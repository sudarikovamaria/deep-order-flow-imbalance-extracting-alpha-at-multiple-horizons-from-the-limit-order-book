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6" r:id="rId5"/>
    <p:sldMasterId id="2147483677"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y="6858000" cx="12192000"/>
  <p:notesSz cx="6858000" cy="9144000"/>
  <p:embeddedFontLst>
    <p:embeddedFont>
      <p:font typeface="Robot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325">
          <p15:clr>
            <a:srgbClr val="A4A3A4"/>
          </p15:clr>
        </p15:guide>
        <p15:guide id="2" pos="1209">
          <p15:clr>
            <a:srgbClr val="A4A3A4"/>
          </p15:clr>
        </p15:guide>
        <p15:guide id="3" pos="2955">
          <p15:clr>
            <a:srgbClr val="A4A3A4"/>
          </p15:clr>
        </p15:guide>
        <p15:guide id="4" pos="2071">
          <p15:clr>
            <a:srgbClr val="A4A3A4"/>
          </p15:clr>
        </p15:guide>
        <p15:guide id="5" pos="3840">
          <p15:clr>
            <a:srgbClr val="A4A3A4"/>
          </p15:clr>
        </p15:guide>
        <p15:guide id="6" pos="4702">
          <p15:clr>
            <a:srgbClr val="A4A3A4"/>
          </p15:clr>
        </p15:guide>
        <p15:guide id="7" pos="5586">
          <p15:clr>
            <a:srgbClr val="A4A3A4"/>
          </p15:clr>
        </p15:guide>
        <p15:guide id="8" pos="7333">
          <p15:clr>
            <a:srgbClr val="A4A3A4"/>
          </p15:clr>
        </p15:guide>
        <p15:guide id="9" orient="horz" pos="3952">
          <p15:clr>
            <a:srgbClr val="A4A3A4"/>
          </p15:clr>
        </p15:guide>
        <p15:guide id="10" pos="6471">
          <p15:clr>
            <a:srgbClr val="A4A3A4"/>
          </p15:clr>
        </p15:guide>
        <p15:guide id="11" orient="horz" pos="913">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8FC7221-2359-4754-8425-334A788E2670}">
  <a:tblStyle styleId="{08FC7221-2359-4754-8425-334A788E267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25"/>
        <p:guide pos="1209"/>
        <p:guide pos="2955"/>
        <p:guide pos="2071"/>
        <p:guide pos="3840"/>
        <p:guide pos="4702"/>
        <p:guide pos="5586"/>
        <p:guide pos="7333"/>
        <p:guide pos="3952" orient="horz"/>
        <p:guide pos="6471"/>
        <p:guide pos="913" orient="horz"/>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font" Target="fonts/Roboto-regular.fntdata"/><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Roboto-italic.fntdata"/><Relationship Id="rId25" Type="http://schemas.openxmlformats.org/officeDocument/2006/relationships/font" Target="fonts/Roboto-bold.fntdata"/><Relationship Id="rId27" Type="http://schemas.openxmlformats.org/officeDocument/2006/relationships/font" Target="fonts/Roboto-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ru-RU"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h71c392ad2d762824_1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2" name="Google Shape;262;h71c392ad2d762824_1_2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h71c392ad2d762824_1_2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ru-RU"/>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h71c392ad2d762824_55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2" name="Google Shape;272;h71c392ad2d762824_55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ru-RU" sz="1200"/>
              <a:t>Source: current local project, commit da81528, inspected 2026-10-17. This slide summarizes the main deviations, not every row of the source file.</a:t>
            </a:r>
            <a:endParaRPr/>
          </a:p>
          <a:p>
            <a:pPr indent="0" lvl="0" marL="0" rtl="0" algn="l">
              <a:spcBef>
                <a:spcPts val="0"/>
              </a:spcBef>
              <a:spcAft>
                <a:spcPts val="0"/>
              </a:spcAft>
              <a:buSzPts val="1200"/>
              <a:buNone/>
            </a:pPr>
            <a:r>
              <a:t/>
            </a:r>
            <a:endParaRPr/>
          </a:p>
          <a:p>
            <a:pPr indent="0" lvl="0" marL="0" rtl="0" algn="l">
              <a:spcBef>
                <a:spcPts val="0"/>
              </a:spcBef>
              <a:spcAft>
                <a:spcPts val="0"/>
              </a:spcAft>
              <a:buSzPts val="1200"/>
              <a:buNone/>
            </a:pPr>
            <a:r>
              <a:rPr lang="ru-RU" sz="1200"/>
              <a:t>Primary source: /Users/ms/Documents/DEEP-ORDER-FLOW-IMBALANCE-EXTRACTING-ALPHA-AT-MULTIPLE-HORIZONS-FROM-THE-LIMIT-ORDER-BOOK/DEVIATIONS.md</a:t>
            </a:r>
            <a:endParaRPr/>
          </a:p>
          <a:p>
            <a:pPr indent="0" lvl="0" marL="0" rtl="0" algn="l">
              <a:spcBef>
                <a:spcPts val="0"/>
              </a:spcBef>
              <a:spcAft>
                <a:spcPts val="0"/>
              </a:spcAft>
              <a:buSzPts val="1200"/>
              <a:buNone/>
            </a:pPr>
            <a:r>
              <a:rPr lang="ru-RU" sz="1200"/>
              <a:t>Data access: row 1. The team reports no LOBSTER/Databento access. The slide does not infer a general regional restriction or a current subscription price. IEX DEEP is L2 displayed liquidity only. A venue difference limits numerical comparability. The difference alone does not establish a causal explanation for lower R²OS.</a:t>
            </a:r>
            <a:endParaRPr/>
          </a:p>
          <a:p>
            <a:pPr indent="0" lvl="0" marL="0" rtl="0" algn="l">
              <a:spcBef>
                <a:spcPts val="0"/>
              </a:spcBef>
              <a:spcAft>
                <a:spcPts val="0"/>
              </a:spcAft>
              <a:buSzPts val="1200"/>
              <a:buNone/>
            </a:pPr>
            <a:r>
              <a:rPr lang="ru-RU" sz="1200"/>
              <a:t>Smaller sample: rows 3, 8, 11. Data cover 59 trading days / 12 weeks, three rolling windows. ARX uses 11 stocks; neural models use BAC, VZ, NKE, USB, OXY, UBER. Selection uses common stocks, Delta t &gt;= 180 ms and &gt;= 300k daily book events on 20260717. The six-stock neural subset includes one-tick spread &gt;=70% plus UBER as a small-tick control. The paper's 48 weeks refer to its rolling evaluation description.</a:t>
            </a:r>
            <a:endParaRPr/>
          </a:p>
          <a:p>
            <a:pPr indent="0" lvl="0" marL="0" rtl="0" algn="l">
              <a:spcBef>
                <a:spcPts val="0"/>
              </a:spcBef>
              <a:spcAft>
                <a:spcPts val="0"/>
              </a:spcAft>
              <a:buSzPts val="1200"/>
              <a:buNone/>
            </a:pPr>
            <a:r>
              <a:rPr lang="ru-RU" sz="1200"/>
              <a:t>Training budget: rows 2 and 10. Neural epochs sample at most 400,000 training windows; validation uses a fixed subset of at most 200,000. ARX ridge uses the full training and validation loaders. Testing uses the full test week for both. Although the underlying test sample remains complete, different validation sampling can select different weights, so the slide avoids the source's stronger statement that test metrics are unaffected.</a:t>
            </a:r>
            <a:endParaRPr/>
          </a:p>
          <a:p>
            <a:pPr indent="0" lvl="0" marL="0" rtl="0" algn="l">
              <a:spcBef>
                <a:spcPts val="0"/>
              </a:spcBef>
              <a:spcAft>
                <a:spcPts val="0"/>
              </a:spcAft>
              <a:buSzPts val="1200"/>
              <a:buNone/>
            </a:pPr>
            <a:r>
              <a:rPr lang="ru-RU" sz="1200"/>
              <a:t>Learning settings: rows 12 and 13. The increase from 1e-5 to 1e-4 applies to MLP, LSTM, LSTM(3), LSTM-MLP, not CNN-LSTM. The learning-rate check used LSTM/BAC/window1 validation for four epochs; transferring it to other architectures has no separate validation study. LSTM(3) caps at 12 epochs vs the paper's 50, and the source reports 6 of 18 fits reach the cap. Possible incomplete convergence is a limitation, not a proved signed bias.</a:t>
            </a:r>
            <a:endParaRPr/>
          </a:p>
          <a:p>
            <a:pPr indent="0" lvl="0" marL="0" rtl="0" algn="l">
              <a:spcBef>
                <a:spcPts val="0"/>
              </a:spcBef>
              <a:spcAft>
                <a:spcPts val="0"/>
              </a:spcAft>
              <a:buSzPts val="1200"/>
              <a:buNone/>
            </a:pPr>
            <a:r>
              <a:rPr lang="ru-RU" sz="1200"/>
              <a:t>ARX: row 7, src/deepofi/models/arx.py, cli.py --sgd. Ridge leaves the intercept unpenalized and chooses its penalty by validation MSE. The --sgd run actually uses Adam. Additional results allow comparison with the paper's estimation method.</a:t>
            </a:r>
            <a:endParaRPr/>
          </a:p>
          <a:p>
            <a:pPr indent="0" lvl="0" marL="0" rtl="0" algn="l">
              <a:spcBef>
                <a:spcPts val="0"/>
              </a:spcBef>
              <a:spcAft>
                <a:spcPts val="0"/>
              </a:spcAft>
              <a:buSzPts val="1200"/>
              <a:buNone/>
            </a:pPr>
            <a:r>
              <a:rPr lang="ru-RU" sz="1200"/>
              <a:t>Experiment scope: row 9, Decisions where the paper is silent (long-horizon grid), and README.md Appendix B. Current local results include OFI for ARX, LSTM and MLP, which updates the narrower wording of deviation 9. LOB comparisons exist only for Adam ARX and MLP. Long-horizon targets are built but Figure 8 was not run.</a:t>
            </a:r>
            <a:endParaRPr/>
          </a:p>
          <a:p>
            <a:pPr indent="0" lvl="0" marL="0" rtl="0" algn="l">
              <a:spcBef>
                <a:spcPts val="0"/>
              </a:spcBef>
              <a:spcAft>
                <a:spcPts val="0"/>
              </a:spcAft>
              <a:buSzPts val="1200"/>
              <a:buNone/>
            </a:pPr>
            <a:r>
              <a:t/>
            </a:r>
            <a:endParaRPr/>
          </a:p>
          <a:p>
            <a:pPr indent="0" lvl="0" marL="0" rtl="0" algn="l">
              <a:spcBef>
                <a:spcPts val="0"/>
              </a:spcBef>
              <a:spcAft>
                <a:spcPts val="0"/>
              </a:spcAft>
              <a:buSzPts val="1200"/>
              <a:buNone/>
            </a:pPr>
            <a:r>
              <a:rPr lang="ru-RU" sz="1200"/>
              <a:t>Other implementation decisions documented in DEVIATIONS.md: the paper variant of OF is used, composite events use the DEEP end-of-event flag, halt days would be dropped (none observed), Delta t uses past training dates, the metric benchmark is the test-week mean, empty book levels use explicit rules, OF sides are interleaved before CNN level-pair convolutions, and forecasts return to raw price scale before test scoring.</a:t>
            </a:r>
            <a:endParaRPr/>
          </a:p>
          <a:p>
            <a:pPr indent="0" lvl="0" marL="0" rtl="0" algn="l">
              <a:spcBef>
                <a:spcPts val="0"/>
              </a:spcBef>
              <a:spcAft>
                <a:spcPts val="0"/>
              </a:spcAft>
              <a:buSzPts val="1200"/>
              <a:buNone/>
            </a:pPr>
            <a:r>
              <a:t/>
            </a:r>
            <a:endParaRPr/>
          </a:p>
          <a:p>
            <a:pPr indent="0" lvl="0" marL="0" rtl="0" algn="l">
              <a:spcBef>
                <a:spcPts val="0"/>
              </a:spcBef>
              <a:spcAft>
                <a:spcPts val="0"/>
              </a:spcAft>
              <a:buSzPts val="1200"/>
              <a:buNone/>
            </a:pPr>
            <a:r>
              <a:rPr lang="ru-RU" sz="1200"/>
              <a:t>Verbatim source DEVIATIONS.md follows for traceability:</a:t>
            </a:r>
            <a:endParaRPr/>
          </a:p>
          <a:p>
            <a:pPr indent="0" lvl="0" marL="0" rtl="0" algn="l">
              <a:spcBef>
                <a:spcPts val="0"/>
              </a:spcBef>
              <a:spcAft>
                <a:spcPts val="0"/>
              </a:spcAft>
              <a:buSzPts val="1200"/>
              <a:buNone/>
            </a:pPr>
            <a:r>
              <a:rPr lang="ru-RU" sz="1200"/>
              <a:t># Deviations from the paper</a:t>
            </a:r>
            <a:endParaRPr/>
          </a:p>
          <a:p>
            <a:pPr indent="0" lvl="0" marL="0" rtl="0" algn="l">
              <a:spcBef>
                <a:spcPts val="0"/>
              </a:spcBef>
              <a:spcAft>
                <a:spcPts val="0"/>
              </a:spcAft>
              <a:buSzPts val="1200"/>
              <a:buNone/>
            </a:pPr>
            <a:r>
              <a:t/>
            </a:r>
            <a:endParaRPr/>
          </a:p>
          <a:p>
            <a:pPr indent="0" lvl="0" marL="0" rtl="0" algn="l">
              <a:spcBef>
                <a:spcPts val="0"/>
              </a:spcBef>
              <a:spcAft>
                <a:spcPts val="0"/>
              </a:spcAft>
              <a:buSzPts val="1200"/>
              <a:buNone/>
            </a:pPr>
            <a:r>
              <a:rPr lang="ru-RU" sz="1200"/>
              <a:t>Kolm, Turiel, Westray (2023), *Deep Order Flow Imbalance*. One row per deviation: what, why, and the expected or observed effect.</a:t>
            </a:r>
            <a:endParaRPr/>
          </a:p>
          <a:p>
            <a:pPr indent="0" lvl="0" marL="0" rtl="0" algn="l">
              <a:spcBef>
                <a:spcPts val="0"/>
              </a:spcBef>
              <a:spcAft>
                <a:spcPts val="0"/>
              </a:spcAft>
              <a:buSzPts val="1200"/>
              <a:buNone/>
            </a:pPr>
            <a:r>
              <a:t/>
            </a:r>
            <a:endParaRPr/>
          </a:p>
          <a:p>
            <a:pPr indent="0" lvl="0" marL="0" rtl="0" algn="l">
              <a:spcBef>
                <a:spcPts val="0"/>
              </a:spcBef>
              <a:spcAft>
                <a:spcPts val="0"/>
              </a:spcAft>
              <a:buSzPts val="1200"/>
              <a:buNone/>
            </a:pPr>
            <a:r>
              <a:rPr lang="ru-RU" sz="1200"/>
              <a:t>| # | What | Why | Effect |</a:t>
            </a:r>
            <a:endParaRPr/>
          </a:p>
          <a:p>
            <a:pPr indent="0" lvl="0" marL="0" rtl="0" algn="l">
              <a:spcBef>
                <a:spcPts val="0"/>
              </a:spcBef>
              <a:spcAft>
                <a:spcPts val="0"/>
              </a:spcAft>
              <a:buSzPts val="1200"/>
              <a:buNone/>
            </a:pPr>
            <a:r>
              <a:rPr lang="ru-RU" sz="1200"/>
              <a:t>|---|---|---|---|</a:t>
            </a:r>
            <a:endParaRPr/>
          </a:p>
          <a:p>
            <a:pPr indent="0" lvl="0" marL="0" rtl="0" algn="l">
              <a:spcBef>
                <a:spcPts val="0"/>
              </a:spcBef>
              <a:spcAft>
                <a:spcPts val="0"/>
              </a:spcAft>
              <a:buSzPts val="1200"/>
              <a:buNone/>
            </a:pPr>
            <a:r>
              <a:rPr lang="ru-RU" sz="1200"/>
              <a:t>| 1 | IEX DEEP data (L2, displayed liquidity only) instead of LOBSTER/Nasdaq | LOBSTER and Databento were not available | R²_OS lower than in the paper; the per-stock comparison of Section 4.2 is not directly comparable |</a:t>
            </a:r>
            <a:endParaRPr/>
          </a:p>
          <a:p>
            <a:pPr indent="0" lvl="0" marL="0" rtl="0" algn="l">
              <a:spcBef>
                <a:spcPts val="0"/>
              </a:spcBef>
              <a:spcAft>
                <a:spcPts val="0"/>
              </a:spcAft>
              <a:buSzPts val="1200"/>
              <a:buNone/>
            </a:pPr>
            <a:r>
              <a:rPr lang="ru-RU" sz="1200"/>
              <a:t>| 2 | `max_samples_per_epoch`: each epoch draws a random subset of 400k training windows | Training on a MacBook M1 Pro | Fewer optimizer steps per epoch; heavier models may be undertrained (see 13) |</a:t>
            </a:r>
            <a:endParaRPr/>
          </a:p>
          <a:p>
            <a:pPr indent="0" lvl="0" marL="0" rtl="0" algn="l">
              <a:spcBef>
                <a:spcPts val="0"/>
              </a:spcBef>
              <a:spcAft>
                <a:spcPts val="0"/>
              </a:spcAft>
              <a:buSzPts val="1200"/>
              <a:buNone/>
            </a:pPr>
            <a:r>
              <a:rPr lang="ru-RU" sz="1200"/>
              <a:t>| 3 | 11 stocks (6 for the neural networks, see 11) × 12 weeks (3 rolling windows) instead of 115 stocks × 48 weeks (18 windows) | Compute budget and data download | Less statistical power in Tables 3–5 (15 test days per stock) |</a:t>
            </a:r>
            <a:endParaRPr/>
          </a:p>
          <a:p>
            <a:pPr indent="0" lvl="0" marL="0" rtl="0" algn="l">
              <a:spcBef>
                <a:spcPts val="0"/>
              </a:spcBef>
              <a:spcAft>
                <a:spcPts val="0"/>
              </a:spcAft>
              <a:buSzPts val="1200"/>
              <a:buNone/>
            </a:pPr>
            <a:r>
              <a:rPr lang="ru-RU" sz="1200"/>
              <a:t>| 4 | `of_variant` defaults to `paper` (formulas (2)–(3) as printed); the Cont et al. (2014) variant is available in the config | When a level moves away the paper uses −v(t), Cont et al. use −v(t−1) | Only the `paper` variant was run within the deadline |</a:t>
            </a:r>
            <a:endParaRPr/>
          </a:p>
          <a:p>
            <a:pPr indent="0" lvl="0" marL="0" rtl="0" algn="l">
              <a:spcBef>
                <a:spcPts val="0"/>
              </a:spcBef>
              <a:spcAft>
                <a:spcPts val="0"/>
              </a:spcAft>
              <a:buSzPts val="1200"/>
              <a:buNone/>
            </a:pPr>
            <a:r>
              <a:rPr lang="ru-RU" sz="1200"/>
              <a:t>| 5 | Composite events are collapsed by the DEEP event flag (a snapshot only after a price level update with flag 0x1), not by identical timestamps (Appendix A) | DEEP marks the end of an atomic book update explicitly | Practically equivalent; in-transition book states never enter the data |</a:t>
            </a:r>
            <a:endParaRPr/>
          </a:p>
          <a:p>
            <a:pPr indent="0" lvl="0" marL="0" rtl="0" algn="l">
              <a:spcBef>
                <a:spcPts val="0"/>
              </a:spcBef>
              <a:spcAft>
                <a:spcPts val="0"/>
              </a:spcAft>
              <a:buSzPts val="1200"/>
              <a:buNone/>
            </a:pPr>
            <a:r>
              <a:rPr lang="ru-RU" sz="1200"/>
              <a:t>| 6 | A day with a trading halt inside 09:40–15:50 is dropped entirely (`halt_policy: drop_day`) | Targets and windows across a halt are not meaningful; the paper excludes stocks with corporate actions and says nothing about halts | No halts occurred for the selected stocks in the period |</a:t>
            </a:r>
            <a:endParaRPr/>
          </a:p>
          <a:p>
            <a:pPr indent="0" lvl="0" marL="0" rtl="0" algn="l">
              <a:spcBef>
                <a:spcPts val="0"/>
              </a:spcBef>
              <a:spcAft>
                <a:spcPts val="0"/>
              </a:spcAft>
              <a:buSzPts val="1200"/>
              <a:buNone/>
            </a:pPr>
            <a:r>
              <a:rPr lang="ru-RU" sz="1200"/>
              <a:t>| 7 | ARX is estimated by closed-form ridge regression (unpenalized intercept, λ chosen by validation MSE) instead of Adam with lr 1e-4 and early stopping | Fast and deterministic, no dependence on learning rate or epoch count; early stopping and ridge are related forms of regularization | Checked with `--sgd` (Adam, as in the paper): ridge is stronger on OF (0.27% vs −0.25%) and OFI (0.28% vs 0.05%), and removes the OFI-over-OF gain of Appendix B.1 |</a:t>
            </a:r>
            <a:endParaRPr/>
          </a:p>
          <a:p>
            <a:pPr indent="0" lvl="0" marL="0" rtl="0" algn="l">
              <a:spcBef>
                <a:spcPts val="0"/>
              </a:spcBef>
              <a:spcAft>
                <a:spcPts val="0"/>
              </a:spcAft>
              <a:buSzPts val="1200"/>
              <a:buNone/>
            </a:pPr>
            <a:r>
              <a:rPr lang="ru-RU" sz="1200"/>
              <a:t>| 8 | Stocks are selected by a rule: common stock, Δt ≥ 180 ms, ≥ 300k book events per day, on the day before the period (20260717); the paper uses Nasdaq 100 members | The displayed IEX book flickers, so Δt is 3–70 times smaller than for the same stocks on Nasdaq; with Δt &lt; 50 ms the first horizon h₁ = Δt/5 is shorter than the δτ = 10 ms latency. 180 ms is the smallest Δt among the paper's stocks (AAPL, Table 6) | The sample leans towards large-tick stocks; less spread in tick size for Table 5 |</a:t>
            </a:r>
            <a:endParaRPr/>
          </a:p>
          <a:p>
            <a:pPr indent="0" lvl="0" marL="0" rtl="0" algn="l">
              <a:spcBef>
                <a:spcPts val="0"/>
              </a:spcBef>
              <a:spcAft>
                <a:spcPts val="0"/>
              </a:spcAft>
              <a:buSzPts val="1200"/>
              <a:buNone/>
            </a:pPr>
            <a:r>
              <a:rPr lang="ru-RU" sz="1200"/>
              <a:t>| 9 | The LOB input is run only for ARX (trained with Adam) and MLP; main runs use OF, and ARX is also run on OFI (Appendix B.1 check) | Compute budget: on a MacBook M1 Pro, ridge ARX on LOB (4000 features) would take ~10 h and CNN-LSTM on LOB ~30 h for 11 stocks; renting a GPU was not planned | OF vs LOB (Table 3) only for ARX and MLP; no LOB rows for the LSTM-based models in Figures 2, 3 and Table 4 |</a:t>
            </a:r>
            <a:endParaRPr/>
          </a:p>
          <a:p>
            <a:pPr indent="0" lvl="0" marL="0" rtl="0" algn="l">
              <a:spcBef>
                <a:spcPts val="0"/>
              </a:spcBef>
              <a:spcAft>
                <a:spcPts val="0"/>
              </a:spcAft>
              <a:buSzPts val="1200"/>
              <a:buNone/>
            </a:pPr>
            <a:r>
              <a:rPr lang="ru-RU" sz="1200"/>
              <a:t>| 10 | Early stopping of the neural networks monitors a fixed random subset of the validation week (`max_val_samples` = 200k windows, the same on every epoch) instead of all ~1.5–2M windows; the test week is always complete, and ARX uses the full validation week | On the M1 a full validation pass after every epoch takes longer than the training epoch itself | Epochs about twice as fast; the stopping criterion is slightly noisier (~3× larger standard error); test metrics are unaffected |</a:t>
            </a:r>
            <a:endParaRPr/>
          </a:p>
          <a:p>
            <a:pPr indent="0" lvl="0" marL="0" rtl="0" algn="l">
              <a:spcBef>
                <a:spcPts val="0"/>
              </a:spcBef>
              <a:spcAft>
                <a:spcPts val="0"/>
              </a:spcAft>
              <a:buSzPts val="1200"/>
              <a:buNone/>
            </a:pPr>
            <a:r>
              <a:rPr lang="ru-RU" sz="1200"/>
              <a:t>| 11 | The neural networks (MLP, LSTM, LSTM (3), LSTM-MLP, CNN-LSTM) are trained on 6 stocks: BAC, VZ, NKE, USB, OXY, UBER; ARX on all 11 | One week for the whole project and limited time on the team's laptops. Selected by tick size, which is known before training: every stock with a one-tick spread ≥ 70% of the time, plus UBER as a small-tick control | Model comparisons use the 6 common stocks; Table 5 has few small-tick stocks, so the tick-size conclusions rest mostly on ARX over 11 stocks |</a:t>
            </a:r>
            <a:endParaRPr/>
          </a:p>
          <a:p>
            <a:pPr indent="0" lvl="0" marL="0" rtl="0" algn="l">
              <a:spcBef>
                <a:spcPts val="0"/>
              </a:spcBef>
              <a:spcAft>
                <a:spcPts val="0"/>
              </a:spcAft>
              <a:buSzPts val="1200"/>
              <a:buNone/>
            </a:pPr>
            <a:r>
              <a:rPr lang="ru-RU" sz="1200"/>
              <a:t>| 12 | LSTM (3) is trained for at most 12 epochs (`--epochs 12`) instead of 50 | At learning rate 1e-4 one epoch of the three-layer LSTM takes ~3 min on the M1; 50 epochs on 6 stocks did not fit the ~24 h deadline | The cap was reached in 6 of 18 windows (early stopping ended the other 12); LSTM (3) may be slightly undertrained, so its R²_OS is biased down rather than up |</a:t>
            </a:r>
            <a:endParaRPr/>
          </a:p>
          <a:p>
            <a:pPr indent="0" lvl="0" marL="0" rtl="0" algn="l">
              <a:spcBef>
                <a:spcPts val="0"/>
              </a:spcBef>
              <a:spcAft>
                <a:spcPts val="0"/>
              </a:spcAft>
              <a:buSzPts val="1200"/>
              <a:buNone/>
            </a:pPr>
            <a:r>
              <a:rPr lang="ru-RU" sz="1200"/>
              <a:t>| 13 | Models with learning rate 1e-5 in Table 2 (LSTM, LSTM (3), LSTM-MLP, MLP) are trained with 1e-4 (`--learning-rate 1e-4`) | Our epoch (400k windows) is ~18 times shorter than a full pass over the training set, for which 1e-5 was chosen. Check `scripts/lr_check.py` (LSTM, BAC, window 1, 4 epochs): best validation MSE 1.1821 at 1e-4 vs 1.1845 at 1e-5, and 1e-4 is ahead after the first epoch; chosen on validation only | The models train within our step budget; for MLP and LSTM-MLP the choice is carried over from the LSTM check without a separate test |</a:t>
            </a:r>
            <a:endParaRPr/>
          </a:p>
          <a:p>
            <a:pPr indent="0" lvl="0" marL="0" rtl="0" algn="l">
              <a:spcBef>
                <a:spcPts val="0"/>
              </a:spcBef>
              <a:spcAft>
                <a:spcPts val="0"/>
              </a:spcAft>
              <a:buSzPts val="1200"/>
              <a:buNone/>
            </a:pPr>
            <a:r>
              <a:t/>
            </a:r>
            <a:endParaRPr/>
          </a:p>
          <a:p>
            <a:pPr indent="0" lvl="0" marL="0" rtl="0" algn="l">
              <a:spcBef>
                <a:spcPts val="0"/>
              </a:spcBef>
              <a:spcAft>
                <a:spcPts val="0"/>
              </a:spcAft>
              <a:buSzPts val="1200"/>
              <a:buNone/>
            </a:pPr>
            <a:r>
              <a:rPr lang="ru-RU" sz="1200"/>
              <a:t>## Decisions where the paper is silent</a:t>
            </a:r>
            <a:endParaRPr/>
          </a:p>
          <a:p>
            <a:pPr indent="0" lvl="0" marL="0" rtl="0" algn="l">
              <a:spcBef>
                <a:spcPts val="0"/>
              </a:spcBef>
              <a:spcAft>
                <a:spcPts val="0"/>
              </a:spcAft>
              <a:buSzPts val="1200"/>
              <a:buNone/>
            </a:pPr>
            <a:r>
              <a:t/>
            </a:r>
            <a:endParaRPr/>
          </a:p>
          <a:p>
            <a:pPr indent="0" lvl="0" marL="0" rtl="0" algn="l">
              <a:spcBef>
                <a:spcPts val="0"/>
              </a:spcBef>
              <a:spcAft>
                <a:spcPts val="0"/>
              </a:spcAft>
              <a:buSzPts val="1200"/>
              <a:buNone/>
            </a:pPr>
            <a:r>
              <a:rPr lang="ru-RU" sz="1200"/>
              <a:t>| Question | Decision |</a:t>
            </a:r>
            <a:endParaRPr/>
          </a:p>
          <a:p>
            <a:pPr indent="0" lvl="0" marL="0" rtl="0" algn="l">
              <a:spcBef>
                <a:spcPts val="0"/>
              </a:spcBef>
              <a:spcAft>
                <a:spcPts val="0"/>
              </a:spcAft>
              <a:buSzPts val="1200"/>
              <a:buNone/>
            </a:pPr>
            <a:r>
              <a:rPr lang="ru-RU" sz="1200"/>
              <a:t>|---|---|</a:t>
            </a:r>
            <a:endParaRPr/>
          </a:p>
          <a:p>
            <a:pPr indent="0" lvl="0" marL="0" rtl="0" algn="l">
              <a:spcBef>
                <a:spcPts val="0"/>
              </a:spcBef>
              <a:spcAft>
                <a:spcPts val="0"/>
              </a:spcAft>
              <a:buSzPts val="1200"/>
              <a:buNone/>
            </a:pPr>
            <a:r>
              <a:rPr lang="ru-RU" sz="1200"/>
              <a:t>| Period for N in Δt = 2.34·10⁷ / N | Past data only: the training weeks of each window (the paper does not say; probably the whole sample) |</a:t>
            </a:r>
            <a:endParaRPr/>
          </a:p>
          <a:p>
            <a:pPr indent="0" lvl="0" marL="0" rtl="0" algn="l">
              <a:spcBef>
                <a:spcPts val="0"/>
              </a:spcBef>
              <a:spcAft>
                <a:spcPts val="0"/>
              </a:spcAft>
              <a:buSzPts val="1200"/>
              <a:buNone/>
            </a:pPr>
            <a:r>
              <a:rPr lang="ru-RU" sz="1200"/>
              <a:t>| R²_OS benchmark ("average return on the test set") | The mean return of the test week; R²_OS is computed for each day of that week |</a:t>
            </a:r>
            <a:endParaRPr/>
          </a:p>
          <a:p>
            <a:pPr indent="0" lvl="0" marL="0" rtl="0" algn="l">
              <a:spcBef>
                <a:spcPts val="0"/>
              </a:spcBef>
              <a:spcAft>
                <a:spcPts val="0"/>
              </a:spcAft>
              <a:buSzPts val="1200"/>
              <a:buNone/>
            </a:pPr>
            <a:r>
              <a:rPr lang="ru-RU" sz="1200"/>
              <a:t>| Empty book levels | OF: an empty level compares as −∞ (bid) / +∞ (ask); LOB: the price of the deepest non-empty level on that side, volume 0 |</a:t>
            </a:r>
            <a:endParaRPr/>
          </a:p>
          <a:p>
            <a:pPr indent="0" lvl="0" marL="0" rtl="0" algn="l">
              <a:spcBef>
                <a:spcPts val="0"/>
              </a:spcBef>
              <a:spcAft>
                <a:spcPts val="0"/>
              </a:spcAft>
              <a:buSzPts val="1200"/>
              <a:buNone/>
            </a:pPr>
            <a:r>
              <a:rPr lang="ru-RU" sz="1200"/>
              <a:t>| Order of OF columns before block 2 of the CNN-LSTM | Columns are interleaved as (bOF_i, aOF_i) pairs so the 1×2 convolution combines both sides of a level, as Table 1 describes |</a:t>
            </a:r>
            <a:endParaRPr/>
          </a:p>
          <a:p>
            <a:pPr indent="0" lvl="0" marL="0" rtl="0" algn="l">
              <a:spcBef>
                <a:spcPts val="0"/>
              </a:spcBef>
              <a:spcAft>
                <a:spcPts val="0"/>
              </a:spcAft>
              <a:buSzPts val="1200"/>
              <a:buNone/>
            </a:pPr>
            <a:r>
              <a:rPr lang="ru-RU" sz="1200"/>
              <a:t>| Long-horizon grid (Figure 8) | 0.2…2.0 in steps of 0.2 and 3…10 in steps of 1 (in Δt); the long targets are built but Figure 8 was not run |</a:t>
            </a:r>
            <a:endParaRPr/>
          </a:p>
          <a:p>
            <a:pPr indent="0" lvl="0" marL="0" rtl="0" algn="l">
              <a:spcBef>
                <a:spcPts val="0"/>
              </a:spcBef>
              <a:spcAft>
                <a:spcPts val="0"/>
              </a:spcAft>
              <a:buSzPts val="1200"/>
              <a:buNone/>
            </a:pPr>
            <a:r>
              <a:rPr lang="ru-RU" sz="1200"/>
              <a:t>| Test metric | R²_OS on the raw (not winsorized) test targets; forecasts are mapped back from z-scores |</a:t>
            </a:r>
            <a:endParaRPr/>
          </a:p>
          <a:p>
            <a:pPr indent="0" lvl="0" marL="0" rtl="0" algn="l">
              <a:spcBef>
                <a:spcPts val="0"/>
              </a:spcBef>
              <a:spcAft>
                <a:spcPts val="0"/>
              </a:spcAft>
              <a:buSzPts val="1200"/>
              <a:buNone/>
            </a:pPr>
            <a:r>
              <a:t/>
            </a:r>
            <a:endParaRPr/>
          </a:p>
        </p:txBody>
      </p:sp>
      <p:sp>
        <p:nvSpPr>
          <p:cNvPr id="273" name="Google Shape;273;h71c392ad2d762824_55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h71c392ad2d762824_34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9" name="Google Shape;289;h71c392ad2d762824_34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ru-RU" sz="1200"/>
              <a:t>ARX refers here to the paper’s linear regression on lagged order-flow inputs. The project normally fits this model by closed-form ridge regression and also provides an Adam variant through --sgd. MLP uses a flattened window, so positions remain identifiable but there is no recurrent state. LSTM is a gated recurrent neural network. LSTM (3) stacks recurrent layers within one jointly trained network. LSTM–MLP replaces the linear LSTM head with a nonlinear hidden layer. CNN–LSTM jointly trains convolutional feature extraction, an Inception module and recurrent processing. No architecture is guaranteed to outperform the others. Compare test MSE and out-of-sample R² under the same evaluation protocol. The layer widths for MLP and LSTM–MLP follow the project’s reconstruction of the paper rather than a fully specified original implementation.</a:t>
            </a:r>
            <a:endParaRPr/>
          </a:p>
          <a:p>
            <a:pPr indent="0" lvl="0" marL="0" rtl="0" algn="l">
              <a:spcBef>
                <a:spcPts val="0"/>
              </a:spcBef>
              <a:spcAft>
                <a:spcPts val="0"/>
              </a:spcAft>
              <a:buSzPts val="1200"/>
              <a:buNone/>
            </a:pPr>
            <a:r>
              <a:rPr lang="ru-RU" sz="1200"/>
              <a:t>Sources: Kolm, Turiel and Westray, Deep Order Flow Imbalance, Sections 2.2.1–2.2.4 and Tables 1–2. Implementation: src/deepofi/models/arx.py, mlp.py, lstm.py, lstm3.py, lstm_mlp.py and cnn_lstm.py. Repository snapshot: 30b73d9.</a:t>
            </a:r>
            <a:endParaRPr/>
          </a:p>
          <a:p>
            <a:pPr indent="0" lvl="0" marL="0" rtl="0" algn="l">
              <a:spcBef>
                <a:spcPts val="0"/>
              </a:spcBef>
              <a:spcAft>
                <a:spcPts val="0"/>
              </a:spcAft>
              <a:buSzPts val="1200"/>
              <a:buNone/>
            </a:pPr>
            <a:r>
              <a:rPr lang="ru-RU" sz="1200"/>
              <a:t>Terminology: a 100-event window includes the current event and the preceding 99 updates. Model formulation describes how each architecture computes its forecast, rather than a property unique to that model. All table descriptions refer to the project implementation.</a:t>
            </a:r>
            <a:endParaRPr/>
          </a:p>
        </p:txBody>
      </p:sp>
      <p:sp>
        <p:nvSpPr>
          <p:cNvPr id="290" name="Google Shape;290;h71c392ad2d762824_34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h71c392ad2d762824_1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9" name="Google Shape;299;h71c392ad2d762824_1_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h71c392ad2d762824_1_3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ru-RU"/>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h71c392ad2d762824_1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0" name="Google Shape;310;h71c392ad2d762824_1_5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h71c392ad2d762824_1_5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ru-RU"/>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h71c392ad2d762824_1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1" name="Google Shape;321;h71c392ad2d762824_1_6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h71c392ad2d762824_1_6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ru-RU"/>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h71c392ad2d762824_1_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2" name="Google Shape;332;h71c392ad2d762824_1_8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h71c392ad2d762824_1_8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ru-RU"/>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h71c392ad2d762824_17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3" name="Google Shape;343;h71c392ad2d762824_17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h71c392ad2d762824_17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ru-RU"/>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h71c392ad2d762824_48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0" name="Google Shape;350;h71c392ad2d762824_48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ru-RU" sz="1200"/>
              <a:t>Source: local project at commit da81528 (2026-10-17), supplied by the user as the current version. The source repository and presentation remain unchanged.</a:t>
            </a:r>
            <a:endParaRPr/>
          </a:p>
          <a:p>
            <a:pPr indent="0" lvl="0" marL="0" rtl="0" algn="l">
              <a:spcBef>
                <a:spcPts val="0"/>
              </a:spcBef>
              <a:spcAft>
                <a:spcPts val="0"/>
              </a:spcAft>
              <a:buSzPts val="1200"/>
              <a:buNone/>
            </a:pPr>
            <a:r>
              <a:t/>
            </a:r>
            <a:endParaRPr/>
          </a:p>
          <a:p>
            <a:pPr indent="0" lvl="0" marL="0" rtl="0" algn="l">
              <a:spcBef>
                <a:spcPts val="0"/>
              </a:spcBef>
              <a:spcAft>
                <a:spcPts val="0"/>
              </a:spcAft>
              <a:buSzPts val="1200"/>
              <a:buNone/>
            </a:pPr>
            <a:r>
              <a:rPr lang="ru-RU" sz="1200"/>
              <a:t>Implementation sources:</a:t>
            </a:r>
            <a:endParaRPr/>
          </a:p>
          <a:p>
            <a:pPr indent="0" lvl="0" marL="0" rtl="0" algn="l">
              <a:spcBef>
                <a:spcPts val="0"/>
              </a:spcBef>
              <a:spcAft>
                <a:spcPts val="0"/>
              </a:spcAft>
              <a:buSzPts val="1200"/>
              <a:buNone/>
            </a:pPr>
            <a:r>
              <a:rPr lang="ru-RU" sz="1200"/>
              <a:t>/Users/ms/Documents/DEEP-ORDER-FLOW-IMBALANCE-EXTRACTING-ALPHA-AT-MULTIPLE-HORIZONS-FROM-THE-LIMIT-ORDER-BOOK/scripts/extensions.py, run_ensemble: creates the name ens_arx_cnn_lstm, loads previously trained ARX and CNN-LSTM weights, obtains price-scale forecasts through predict(..., y_normalizer=...), and takes torch.stack(forecasts).mean(dim=0). No ensemble weights are trained. OF input, BAC/VZ/NKE/USB/OXY/UBER, three rolling windows.</a:t>
            </a:r>
            <a:endParaRPr/>
          </a:p>
          <a:p>
            <a:pPr indent="0" lvl="0" marL="0" rtl="0" algn="l">
              <a:spcBef>
                <a:spcPts val="0"/>
              </a:spcBef>
              <a:spcAft>
                <a:spcPts val="0"/>
              </a:spcAft>
              <a:buSzPts val="1200"/>
              <a:buNone/>
            </a:pPr>
            <a:r>
              <a:rPr lang="ru-RU" sz="1200"/>
              <a:t>/Users/ms/Documents/DEEP-ORDER-FLOW-IMBALANCE-EXTRACTING-ALPHA-AT-MULTIPLE-HORIZONS-FROM-THE-LIMIT-ORDER-BOOK/scripts/extensions.py, run_pooled: aggregates _Moments across 11 stocks, using the regular per-stock input and target normalization, chooses the ridge penalty on the pooled validation sample, then tests the same normalized-coordinate model on each stock. A fresh pooled fit is estimated per rolling window. OFI input. The current function saves metrics/history, but does not save a pooled weight file.</a:t>
            </a:r>
            <a:endParaRPr/>
          </a:p>
          <a:p>
            <a:pPr indent="0" lvl="0" marL="0" rtl="0" algn="l">
              <a:spcBef>
                <a:spcPts val="0"/>
              </a:spcBef>
              <a:spcAft>
                <a:spcPts val="0"/>
              </a:spcAft>
              <a:buSzPts val="1200"/>
              <a:buNone/>
            </a:pPr>
            <a:r>
              <a:rPr lang="ru-RU" sz="1200"/>
              <a:t>/Users/ms/Documents/DEEP-ORDER-FLOW-IMBALANCE-EXTRACTING-ALPHA-AT-MULTIPLE-HORIZONS-FROM-THE-LIMIT-ORDER-BOOK/src/deepofi/models/arx.py: one nn.Linear applied to flattened 100-event windows. fit_moments estimates ridge from X'X and X'Y, does not penalize the intercept, and selects alpha by validation MSE. /Users/ms/Documents/DEEP-ORDER-FLOW-IMBALANCE-EXTRACTING-ALPHA-AT-MULTIPLE-HORIZONS-FROM-THE-LIMIT-ORDER-BOOK/src/deepofi/cli.py --sgd bypasses the closed-form fit and uses engine.train (Adam and early stopping). arx_sgd is a run label and uses Adam despite its name.</a:t>
            </a:r>
            <a:endParaRPr/>
          </a:p>
          <a:p>
            <a:pPr indent="0" lvl="0" marL="0" rtl="0" algn="l">
              <a:spcBef>
                <a:spcPts val="0"/>
              </a:spcBef>
              <a:spcAft>
                <a:spcPts val="0"/>
              </a:spcAft>
              <a:buSzPts val="1200"/>
              <a:buNone/>
            </a:pPr>
            <a:r>
              <a:t/>
            </a:r>
            <a:endParaRPr/>
          </a:p>
          <a:p>
            <a:pPr indent="0" lvl="0" marL="0" rtl="0" algn="l">
              <a:spcBef>
                <a:spcPts val="0"/>
              </a:spcBef>
              <a:spcAft>
                <a:spcPts val="0"/>
              </a:spcAft>
              <a:buSzPts val="1200"/>
              <a:buNone/>
            </a:pPr>
            <a:r>
              <a:rPr lang="ru-RU" sz="1200"/>
              <a:t>Numerical sources: metrics.csv under results/ens_arx_cnn_lstm/of, results/cnn_lstm/of, results/arx/of, results/arx/ofi, results/arx_sgd/of, results/arx_sgd/ofi and results/arx_pooled/ofi. For each stock, exclude date=week rows, average daily R²OS over all 15 test days and 10 horizons, then average stock means. Percentage figures multiply the stored R²OS by 100.</a:t>
            </a:r>
            <a:endParaRPr/>
          </a:p>
          <a:p>
            <a:pPr indent="0" lvl="0" marL="0" rtl="0" algn="l">
              <a:spcBef>
                <a:spcPts val="0"/>
              </a:spcBef>
              <a:spcAft>
                <a:spcPts val="0"/>
              </a:spcAft>
              <a:buSzPts val="1200"/>
              <a:buNone/>
            </a:pPr>
            <a:r>
              <a:rPr lang="ru-RU" sz="1200"/>
              <a:t>Six-stock OF means: ensemble 0.3917701854%, CNN-LSTM 0.3461391809%, individual ridge ARX 0.2731393034%, Adam ARX -0.2544183954%.</a:t>
            </a:r>
            <a:endParaRPr/>
          </a:p>
          <a:p>
            <a:pPr indent="0" lvl="0" marL="0" rtl="0" algn="l">
              <a:spcBef>
                <a:spcPts val="0"/>
              </a:spcBef>
              <a:spcAft>
                <a:spcPts val="0"/>
              </a:spcAft>
              <a:buSzPts val="1200"/>
              <a:buNone/>
            </a:pPr>
            <a:r>
              <a:rPr lang="ru-RU" sz="1200"/>
              <a:t>Six-stock OFI means: individual ridge ARX 0.2766631113%, Adam ARX 0.0484027756%.</a:t>
            </a:r>
            <a:endParaRPr/>
          </a:p>
          <a:p>
            <a:pPr indent="0" lvl="0" marL="0" rtl="0" algn="l">
              <a:spcBef>
                <a:spcPts val="0"/>
              </a:spcBef>
              <a:spcAft>
                <a:spcPts val="0"/>
              </a:spcAft>
              <a:buSzPts val="1200"/>
              <a:buNone/>
            </a:pPr>
            <a:r>
              <a:rPr lang="ru-RU" sz="1200"/>
              <a:t>Eleven-stock OFI means: pooled ridge ARX 0.0288940972%, individual ridge ARX 0.0672943075%. This differs from the six-stock comparison because it includes five additional stocks. Pooled ARX is lower on this descriptive average. No significance claim is made on this slide, and no causal explanation is inferred from these aggregate results.</a:t>
            </a:r>
            <a:endParaRPr/>
          </a:p>
          <a:p>
            <a:pPr indent="0" lvl="0" marL="0" rtl="0" algn="l">
              <a:spcBef>
                <a:spcPts val="0"/>
              </a:spcBef>
              <a:spcAft>
                <a:spcPts val="0"/>
              </a:spcAft>
              <a:buSzPts val="1200"/>
              <a:buNone/>
            </a:pPr>
            <a:r>
              <a:rPr lang="ru-RU" sz="1200"/>
              <a:t>The interpretation and source descriptions also appear in README.md and DEVIATIONS.md. The paper is the six-architecture reference. These are additional experiments implemented by the team, not a claim to invent a new general modeling method.</a:t>
            </a:r>
            <a:endParaRPr/>
          </a:p>
          <a:p>
            <a:pPr indent="0" lvl="0" marL="0" rtl="0" algn="l">
              <a:spcBef>
                <a:spcPts val="0"/>
              </a:spcBef>
              <a:spcAft>
                <a:spcPts val="0"/>
              </a:spcAft>
              <a:buSzPts val="1200"/>
              <a:buNone/>
            </a:pPr>
            <a:r>
              <a:rPr lang="ru-RU" sz="1200"/>
              <a:t>Revision: The motivation above the table states the research questions behind each experiment. It does not infer that the ensemble members have independent errors, or that pooling must improve generalization. Better/worse refers only to the displayed descriptive mean R²OS on the same stocks and input within each row. The ensemble requires no additional model training. Pooled models use per-stock normalization and a validation-selected ridge penalty as described above.</a:t>
            </a:r>
            <a:endParaRPr/>
          </a:p>
        </p:txBody>
      </p:sp>
      <p:sp>
        <p:nvSpPr>
          <p:cNvPr id="351" name="Google Shape;351;h71c392ad2d762824_48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h71c392ad2d762824_1_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9" name="Google Shape;359;h71c392ad2d762824_1_9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h71c392ad2d762824_1_9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ru-RU"/>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h71c392ad2d762824_61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9" name="Google Shape;369;h71c392ad2d762824_61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ru-RU" sz="1200"/>
              <a:t>Source: current tracked repository tree at /Users/ms/Documents/DEEP-ORDER-FLOW-IMBALANCE-EXTRACTING-ALPHA-AT-MULTIPLE-HORIZONS-FROM-THE-LIMIT-ORDER-BOOK, commit f4483d3, inspected 2026-10-17. No project files are modified. Left expands the src/deepofi source package. Right shows the other repository root entries. Grouped filenames share the same actual directory. Routine empty __init__.py files are omitted, while the models registry remains explicit. Repeated stock and window directories use ellipses as requested.</a:t>
            </a:r>
            <a:endParaRPr/>
          </a:p>
          <a:p>
            <a:pPr indent="0" lvl="0" marL="0" rtl="0" algn="l">
              <a:spcBef>
                <a:spcPts val="0"/>
              </a:spcBef>
              <a:spcAft>
                <a:spcPts val="0"/>
              </a:spcAft>
              <a:buSzPts val="1200"/>
              <a:buNone/>
            </a:pPr>
            <a:r>
              <a:rPr lang="ru-RU" sz="1200"/>
              <a:t>Weights are stored as weights/{model}/{input}/{ticker}/window_0N.pt. Not every model has every input. The ensemble reuses member weights and pooled ARX does not currently save a weight checkpoint.</a:t>
            </a:r>
            <a:endParaRPr/>
          </a:p>
          <a:p>
            <a:pPr indent="0" lvl="0" marL="0" rtl="0" algn="l">
              <a:spcBef>
                <a:spcPts val="0"/>
              </a:spcBef>
              <a:spcAft>
                <a:spcPts val="0"/>
              </a:spcAft>
              <a:buSzPts val="1200"/>
              <a:buNone/>
            </a:pPr>
            <a:r>
              <a:rPr lang="ru-RU" sz="1200"/>
              <a:t>Results are stored under results/{model}/{input}/{ticker}/window_0N/: history.csv and metrics.csv, with predictions.csv local only when requested. Ensemble results have metrics only. The existing model_comparison folder contains earlier comparisons; results/report contains the current final figures and tables. The overview shows both actual directories rather than removing historical outputs.</a:t>
            </a:r>
            <a:endParaRPr/>
          </a:p>
          <a:p>
            <a:pPr indent="0" lvl="0" marL="0" rtl="0" algn="l">
              <a:spcBef>
                <a:spcPts val="0"/>
              </a:spcBef>
              <a:spcAft>
                <a:spcPts val="0"/>
              </a:spcAft>
              <a:buSzPts val="1200"/>
              <a:buNone/>
            </a:pPr>
            <a:r>
              <a:rPr lang="ru-RU" sz="1200"/>
              <a:t>data/ tracks only README.md and five tiny CSV format examples. Full frozen books, daily metadata and dataset manifest stay in an external local dataset directory. scripts/make_samples.py creates format samples, freeze_dataset.py checksums/exports the dataset, and check_dataset.py reports quality. train_synthetic.py and train_one_day.py are smoke tests, not the main experiment runner. Main experiments use deepofi.cli.</a:t>
            </a:r>
            <a:endParaRPr/>
          </a:p>
          <a:p>
            <a:pPr indent="0" lvl="0" marL="0" rtl="0" algn="l">
              <a:spcBef>
                <a:spcPts val="0"/>
              </a:spcBef>
              <a:spcAft>
                <a:spcPts val="0"/>
              </a:spcAft>
              <a:buSzPts val="1200"/>
              <a:buNone/>
            </a:pPr>
            <a:r>
              <a:t/>
            </a:r>
            <a:endParaRPr/>
          </a:p>
          <a:p>
            <a:pPr indent="0" lvl="0" marL="0" rtl="0" algn="l">
              <a:spcBef>
                <a:spcPts val="0"/>
              </a:spcBef>
              <a:spcAft>
                <a:spcPts val="0"/>
              </a:spcAft>
              <a:buSzPts val="1200"/>
              <a:buNone/>
            </a:pPr>
            <a:r>
              <a:rPr lang="ru-RU" sz="1200"/>
              <a:t>Complete tracked file inventory for traceability:</a:t>
            </a:r>
            <a:endParaRPr/>
          </a:p>
          <a:p>
            <a:pPr indent="0" lvl="0" marL="0" rtl="0" algn="l">
              <a:spcBef>
                <a:spcPts val="0"/>
              </a:spcBef>
              <a:spcAft>
                <a:spcPts val="0"/>
              </a:spcAft>
              <a:buSzPts val="1200"/>
              <a:buNone/>
            </a:pPr>
            <a:r>
              <a:rPr lang="ru-RU" sz="1200"/>
              <a:t>.gitignore</a:t>
            </a:r>
            <a:endParaRPr/>
          </a:p>
          <a:p>
            <a:pPr indent="0" lvl="0" marL="0" rtl="0" algn="l">
              <a:spcBef>
                <a:spcPts val="0"/>
              </a:spcBef>
              <a:spcAft>
                <a:spcPts val="0"/>
              </a:spcAft>
              <a:buSzPts val="1200"/>
              <a:buNone/>
            </a:pPr>
            <a:r>
              <a:rPr lang="ru-RU" sz="1200"/>
              <a:t>DEVIATIONS.md</a:t>
            </a:r>
            <a:endParaRPr/>
          </a:p>
          <a:p>
            <a:pPr indent="0" lvl="0" marL="0" rtl="0" algn="l">
              <a:spcBef>
                <a:spcPts val="0"/>
              </a:spcBef>
              <a:spcAft>
                <a:spcPts val="0"/>
              </a:spcAft>
              <a:buSzPts val="1200"/>
              <a:buNone/>
            </a:pPr>
            <a:r>
              <a:rPr lang="ru-RU" sz="1200"/>
              <a:t>README.md</a:t>
            </a:r>
            <a:endParaRPr/>
          </a:p>
          <a:p>
            <a:pPr indent="0" lvl="0" marL="0" rtl="0" algn="l">
              <a:spcBef>
                <a:spcPts val="0"/>
              </a:spcBef>
              <a:spcAft>
                <a:spcPts val="0"/>
              </a:spcAft>
              <a:buSzPts val="1200"/>
              <a:buNone/>
            </a:pPr>
            <a:r>
              <a:rPr lang="ru-RU" sz="1200"/>
              <a:t>configs/pipeline.yaml</a:t>
            </a:r>
            <a:endParaRPr/>
          </a:p>
          <a:p>
            <a:pPr indent="0" lvl="0" marL="0" rtl="0" algn="l">
              <a:spcBef>
                <a:spcPts val="0"/>
              </a:spcBef>
              <a:spcAft>
                <a:spcPts val="0"/>
              </a:spcAft>
              <a:buSzPts val="1200"/>
              <a:buNone/>
            </a:pPr>
            <a:r>
              <a:rPr lang="ru-RU" sz="1200"/>
              <a:t>configs/tickers.yaml</a:t>
            </a:r>
            <a:endParaRPr/>
          </a:p>
          <a:p>
            <a:pPr indent="0" lvl="0" marL="0" rtl="0" algn="l">
              <a:spcBef>
                <a:spcPts val="0"/>
              </a:spcBef>
              <a:spcAft>
                <a:spcPts val="0"/>
              </a:spcAft>
              <a:buSzPts val="1200"/>
              <a:buNone/>
            </a:pPr>
            <a:r>
              <a:rPr lang="ru-RU" sz="1200"/>
              <a:t>data/README.md</a:t>
            </a:r>
            <a:endParaRPr/>
          </a:p>
          <a:p>
            <a:pPr indent="0" lvl="0" marL="0" rtl="0" algn="l">
              <a:spcBef>
                <a:spcPts val="0"/>
              </a:spcBef>
              <a:spcAft>
                <a:spcPts val="0"/>
              </a:spcAft>
              <a:buSzPts val="1200"/>
              <a:buNone/>
            </a:pPr>
            <a:r>
              <a:rPr lang="ru-RU" sz="1200"/>
              <a:t>data/samples/BAC_20260720_book.csv</a:t>
            </a:r>
            <a:endParaRPr/>
          </a:p>
          <a:p>
            <a:pPr indent="0" lvl="0" marL="0" rtl="0" algn="l">
              <a:spcBef>
                <a:spcPts val="0"/>
              </a:spcBef>
              <a:spcAft>
                <a:spcPts val="0"/>
              </a:spcAft>
              <a:buSzPts val="1200"/>
              <a:buNone/>
            </a:pPr>
            <a:r>
              <a:rPr lang="ru-RU" sz="1200"/>
              <a:t>data/samples/BAC_20260720_lob.csv</a:t>
            </a:r>
            <a:endParaRPr/>
          </a:p>
          <a:p>
            <a:pPr indent="0" lvl="0" marL="0" rtl="0" algn="l">
              <a:spcBef>
                <a:spcPts val="0"/>
              </a:spcBef>
              <a:spcAft>
                <a:spcPts val="0"/>
              </a:spcAft>
              <a:buSzPts val="1200"/>
              <a:buNone/>
            </a:pPr>
            <a:r>
              <a:rPr lang="ru-RU" sz="1200"/>
              <a:t>data/samples/BAC_20260720_of.csv</a:t>
            </a:r>
            <a:endParaRPr/>
          </a:p>
          <a:p>
            <a:pPr indent="0" lvl="0" marL="0" rtl="0" algn="l">
              <a:spcBef>
                <a:spcPts val="0"/>
              </a:spcBef>
              <a:spcAft>
                <a:spcPts val="0"/>
              </a:spcAft>
              <a:buSzPts val="1200"/>
              <a:buNone/>
            </a:pPr>
            <a:r>
              <a:rPr lang="ru-RU" sz="1200"/>
              <a:t>data/samples/BAC_20260720_ofi.csv</a:t>
            </a:r>
            <a:endParaRPr/>
          </a:p>
          <a:p>
            <a:pPr indent="0" lvl="0" marL="0" rtl="0" algn="l">
              <a:spcBef>
                <a:spcPts val="0"/>
              </a:spcBef>
              <a:spcAft>
                <a:spcPts val="0"/>
              </a:spcAft>
              <a:buSzPts val="1200"/>
              <a:buNone/>
            </a:pPr>
            <a:r>
              <a:rPr lang="ru-RU" sz="1200"/>
              <a:t>data/samples/BAC_20260720_targets_short.csv</a:t>
            </a:r>
            <a:endParaRPr/>
          </a:p>
          <a:p>
            <a:pPr indent="0" lvl="0" marL="0" rtl="0" algn="l">
              <a:spcBef>
                <a:spcPts val="0"/>
              </a:spcBef>
              <a:spcAft>
                <a:spcPts val="0"/>
              </a:spcAft>
              <a:buSzPts val="1200"/>
              <a:buNone/>
            </a:pPr>
            <a:r>
              <a:rPr lang="ru-RU" sz="1200"/>
              <a:t>pyproject.toml</a:t>
            </a:r>
            <a:endParaRPr/>
          </a:p>
          <a:p>
            <a:pPr indent="0" lvl="0" marL="0" rtl="0" algn="l">
              <a:spcBef>
                <a:spcPts val="0"/>
              </a:spcBef>
              <a:spcAft>
                <a:spcPts val="0"/>
              </a:spcAft>
              <a:buSzPts val="1200"/>
              <a:buNone/>
            </a:pPr>
            <a:r>
              <a:rPr lang="ru-RU" sz="1200"/>
              <a:t>requirements.txt</a:t>
            </a:r>
            <a:endParaRPr/>
          </a:p>
          <a:p>
            <a:pPr indent="0" lvl="0" marL="0" rtl="0" algn="l">
              <a:spcBef>
                <a:spcPts val="0"/>
              </a:spcBef>
              <a:spcAft>
                <a:spcPts val="0"/>
              </a:spcAft>
              <a:buSzPts val="1200"/>
              <a:buNone/>
            </a:pPr>
            <a:r>
              <a:rPr lang="ru-RU" sz="1200"/>
              <a:t>results/arx/of/BAC/window_01/history.csv</a:t>
            </a:r>
            <a:endParaRPr/>
          </a:p>
          <a:p>
            <a:pPr indent="0" lvl="0" marL="0" rtl="0" algn="l">
              <a:spcBef>
                <a:spcPts val="0"/>
              </a:spcBef>
              <a:spcAft>
                <a:spcPts val="0"/>
              </a:spcAft>
              <a:buSzPts val="1200"/>
              <a:buNone/>
            </a:pPr>
            <a:r>
              <a:rPr lang="ru-RU" sz="1200"/>
              <a:t>results/arx/of/BAC/window_01/metrics.csv</a:t>
            </a:r>
            <a:endParaRPr/>
          </a:p>
          <a:p>
            <a:pPr indent="0" lvl="0" marL="0" rtl="0" algn="l">
              <a:spcBef>
                <a:spcPts val="0"/>
              </a:spcBef>
              <a:spcAft>
                <a:spcPts val="0"/>
              </a:spcAft>
              <a:buSzPts val="1200"/>
              <a:buNone/>
            </a:pPr>
            <a:r>
              <a:rPr lang="ru-RU" sz="1200"/>
              <a:t>results/arx/of/BAC/window_02/history.csv</a:t>
            </a:r>
            <a:endParaRPr/>
          </a:p>
          <a:p>
            <a:pPr indent="0" lvl="0" marL="0" rtl="0" algn="l">
              <a:spcBef>
                <a:spcPts val="0"/>
              </a:spcBef>
              <a:spcAft>
                <a:spcPts val="0"/>
              </a:spcAft>
              <a:buSzPts val="1200"/>
              <a:buNone/>
            </a:pPr>
            <a:r>
              <a:rPr lang="ru-RU" sz="1200"/>
              <a:t>results/arx/of/BAC/window_02/metrics.csv</a:t>
            </a:r>
            <a:endParaRPr/>
          </a:p>
          <a:p>
            <a:pPr indent="0" lvl="0" marL="0" rtl="0" algn="l">
              <a:spcBef>
                <a:spcPts val="0"/>
              </a:spcBef>
              <a:spcAft>
                <a:spcPts val="0"/>
              </a:spcAft>
              <a:buSzPts val="1200"/>
              <a:buNone/>
            </a:pPr>
            <a:r>
              <a:rPr lang="ru-RU" sz="1200"/>
              <a:t>results/arx/of/BAC/window_03/history.csv</a:t>
            </a:r>
            <a:endParaRPr/>
          </a:p>
          <a:p>
            <a:pPr indent="0" lvl="0" marL="0" rtl="0" algn="l">
              <a:spcBef>
                <a:spcPts val="0"/>
              </a:spcBef>
              <a:spcAft>
                <a:spcPts val="0"/>
              </a:spcAft>
              <a:buSzPts val="1200"/>
              <a:buNone/>
            </a:pPr>
            <a:r>
              <a:rPr lang="ru-RU" sz="1200"/>
              <a:t>results/arx/of/BAC/window_03/metrics.csv</a:t>
            </a:r>
            <a:endParaRPr/>
          </a:p>
          <a:p>
            <a:pPr indent="0" lvl="0" marL="0" rtl="0" algn="l">
              <a:spcBef>
                <a:spcPts val="0"/>
              </a:spcBef>
              <a:spcAft>
                <a:spcPts val="0"/>
              </a:spcAft>
              <a:buSzPts val="1200"/>
              <a:buNone/>
            </a:pPr>
            <a:r>
              <a:rPr lang="ru-RU" sz="1200"/>
              <a:t>results/arx/of/BSX/window_01/history.csv</a:t>
            </a:r>
            <a:endParaRPr/>
          </a:p>
          <a:p>
            <a:pPr indent="0" lvl="0" marL="0" rtl="0" algn="l">
              <a:spcBef>
                <a:spcPts val="0"/>
              </a:spcBef>
              <a:spcAft>
                <a:spcPts val="0"/>
              </a:spcAft>
              <a:buSzPts val="1200"/>
              <a:buNone/>
            </a:pPr>
            <a:r>
              <a:rPr lang="ru-RU" sz="1200"/>
              <a:t>results/arx/of/BSX/window_01/metrics.csv</a:t>
            </a:r>
            <a:endParaRPr/>
          </a:p>
          <a:p>
            <a:pPr indent="0" lvl="0" marL="0" rtl="0" algn="l">
              <a:spcBef>
                <a:spcPts val="0"/>
              </a:spcBef>
              <a:spcAft>
                <a:spcPts val="0"/>
              </a:spcAft>
              <a:buSzPts val="1200"/>
              <a:buNone/>
            </a:pPr>
            <a:r>
              <a:rPr lang="ru-RU" sz="1200"/>
              <a:t>results/arx/of/BSX/window_02/history.csv</a:t>
            </a:r>
            <a:endParaRPr/>
          </a:p>
          <a:p>
            <a:pPr indent="0" lvl="0" marL="0" rtl="0" algn="l">
              <a:spcBef>
                <a:spcPts val="0"/>
              </a:spcBef>
              <a:spcAft>
                <a:spcPts val="0"/>
              </a:spcAft>
              <a:buSzPts val="1200"/>
              <a:buNone/>
            </a:pPr>
            <a:r>
              <a:rPr lang="ru-RU" sz="1200"/>
              <a:t>results/arx/of/BSX/window_02/metrics.csv</a:t>
            </a:r>
            <a:endParaRPr/>
          </a:p>
          <a:p>
            <a:pPr indent="0" lvl="0" marL="0" rtl="0" algn="l">
              <a:spcBef>
                <a:spcPts val="0"/>
              </a:spcBef>
              <a:spcAft>
                <a:spcPts val="0"/>
              </a:spcAft>
              <a:buSzPts val="1200"/>
              <a:buNone/>
            </a:pPr>
            <a:r>
              <a:rPr lang="ru-RU" sz="1200"/>
              <a:t>results/arx/of/BSX/window_03/history.csv</a:t>
            </a:r>
            <a:endParaRPr/>
          </a:p>
          <a:p>
            <a:pPr indent="0" lvl="0" marL="0" rtl="0" algn="l">
              <a:spcBef>
                <a:spcPts val="0"/>
              </a:spcBef>
              <a:spcAft>
                <a:spcPts val="0"/>
              </a:spcAft>
              <a:buSzPts val="1200"/>
              <a:buNone/>
            </a:pPr>
            <a:r>
              <a:rPr lang="ru-RU" sz="1200"/>
              <a:t>results/arx/of/BSX/window_03/metrics.csv</a:t>
            </a:r>
            <a:endParaRPr/>
          </a:p>
          <a:p>
            <a:pPr indent="0" lvl="0" marL="0" rtl="0" algn="l">
              <a:spcBef>
                <a:spcPts val="0"/>
              </a:spcBef>
              <a:spcAft>
                <a:spcPts val="0"/>
              </a:spcAft>
              <a:buSzPts val="1200"/>
              <a:buNone/>
            </a:pPr>
            <a:r>
              <a:rPr lang="ru-RU" sz="1200"/>
              <a:t>results/arx/of/CTSH/window_01/history.csv</a:t>
            </a:r>
            <a:endParaRPr/>
          </a:p>
          <a:p>
            <a:pPr indent="0" lvl="0" marL="0" rtl="0" algn="l">
              <a:spcBef>
                <a:spcPts val="0"/>
              </a:spcBef>
              <a:spcAft>
                <a:spcPts val="0"/>
              </a:spcAft>
              <a:buSzPts val="1200"/>
              <a:buNone/>
            </a:pPr>
            <a:r>
              <a:rPr lang="ru-RU" sz="1200"/>
              <a:t>results/arx/of/CTSH/window_01/metrics.csv</a:t>
            </a:r>
            <a:endParaRPr/>
          </a:p>
          <a:p>
            <a:pPr indent="0" lvl="0" marL="0" rtl="0" algn="l">
              <a:spcBef>
                <a:spcPts val="0"/>
              </a:spcBef>
              <a:spcAft>
                <a:spcPts val="0"/>
              </a:spcAft>
              <a:buSzPts val="1200"/>
              <a:buNone/>
            </a:pPr>
            <a:r>
              <a:rPr lang="ru-RU" sz="1200"/>
              <a:t>results/arx/of/CTSH/window_02/history.csv</a:t>
            </a:r>
            <a:endParaRPr/>
          </a:p>
          <a:p>
            <a:pPr indent="0" lvl="0" marL="0" rtl="0" algn="l">
              <a:spcBef>
                <a:spcPts val="0"/>
              </a:spcBef>
              <a:spcAft>
                <a:spcPts val="0"/>
              </a:spcAft>
              <a:buSzPts val="1200"/>
              <a:buNone/>
            </a:pPr>
            <a:r>
              <a:rPr lang="ru-RU" sz="1200"/>
              <a:t>results/arx/of/CTSH/window_02/metrics.csv</a:t>
            </a:r>
            <a:endParaRPr/>
          </a:p>
          <a:p>
            <a:pPr indent="0" lvl="0" marL="0" rtl="0" algn="l">
              <a:spcBef>
                <a:spcPts val="0"/>
              </a:spcBef>
              <a:spcAft>
                <a:spcPts val="0"/>
              </a:spcAft>
              <a:buSzPts val="1200"/>
              <a:buNone/>
            </a:pPr>
            <a:r>
              <a:rPr lang="ru-RU" sz="1200"/>
              <a:t>results/arx/of/CTSH/window_03/history.csv</a:t>
            </a:r>
            <a:endParaRPr/>
          </a:p>
          <a:p>
            <a:pPr indent="0" lvl="0" marL="0" rtl="0" algn="l">
              <a:spcBef>
                <a:spcPts val="0"/>
              </a:spcBef>
              <a:spcAft>
                <a:spcPts val="0"/>
              </a:spcAft>
              <a:buSzPts val="1200"/>
              <a:buNone/>
            </a:pPr>
            <a:r>
              <a:rPr lang="ru-RU" sz="1200"/>
              <a:t>results/arx/of/CTSH/window_03/metrics.csv</a:t>
            </a:r>
            <a:endParaRPr/>
          </a:p>
          <a:p>
            <a:pPr indent="0" lvl="0" marL="0" rtl="0" algn="l">
              <a:spcBef>
                <a:spcPts val="0"/>
              </a:spcBef>
              <a:spcAft>
                <a:spcPts val="0"/>
              </a:spcAft>
              <a:buSzPts val="1200"/>
              <a:buNone/>
            </a:pPr>
            <a:r>
              <a:rPr lang="ru-RU" sz="1200"/>
              <a:t>results/arx/of/DIS/window_01/history.csv</a:t>
            </a:r>
            <a:endParaRPr/>
          </a:p>
          <a:p>
            <a:pPr indent="0" lvl="0" marL="0" rtl="0" algn="l">
              <a:spcBef>
                <a:spcPts val="0"/>
              </a:spcBef>
              <a:spcAft>
                <a:spcPts val="0"/>
              </a:spcAft>
              <a:buSzPts val="1200"/>
              <a:buNone/>
            </a:pPr>
            <a:r>
              <a:rPr lang="ru-RU" sz="1200"/>
              <a:t>results/arx/of/DIS/window_01/metrics.csv</a:t>
            </a:r>
            <a:endParaRPr/>
          </a:p>
          <a:p>
            <a:pPr indent="0" lvl="0" marL="0" rtl="0" algn="l">
              <a:spcBef>
                <a:spcPts val="0"/>
              </a:spcBef>
              <a:spcAft>
                <a:spcPts val="0"/>
              </a:spcAft>
              <a:buSzPts val="1200"/>
              <a:buNone/>
            </a:pPr>
            <a:r>
              <a:rPr lang="ru-RU" sz="1200"/>
              <a:t>results/arx/of/DIS/window_02/history.csv</a:t>
            </a:r>
            <a:endParaRPr/>
          </a:p>
          <a:p>
            <a:pPr indent="0" lvl="0" marL="0" rtl="0" algn="l">
              <a:spcBef>
                <a:spcPts val="0"/>
              </a:spcBef>
              <a:spcAft>
                <a:spcPts val="0"/>
              </a:spcAft>
              <a:buSzPts val="1200"/>
              <a:buNone/>
            </a:pPr>
            <a:r>
              <a:rPr lang="ru-RU" sz="1200"/>
              <a:t>results/arx/of/DIS/window_02/metrics.csv</a:t>
            </a:r>
            <a:endParaRPr/>
          </a:p>
          <a:p>
            <a:pPr indent="0" lvl="0" marL="0" rtl="0" algn="l">
              <a:spcBef>
                <a:spcPts val="0"/>
              </a:spcBef>
              <a:spcAft>
                <a:spcPts val="0"/>
              </a:spcAft>
              <a:buSzPts val="1200"/>
              <a:buNone/>
            </a:pPr>
            <a:r>
              <a:rPr lang="ru-RU" sz="1200"/>
              <a:t>results/arx/of/DIS/window_03/history.csv</a:t>
            </a:r>
            <a:endParaRPr/>
          </a:p>
          <a:p>
            <a:pPr indent="0" lvl="0" marL="0" rtl="0" algn="l">
              <a:spcBef>
                <a:spcPts val="0"/>
              </a:spcBef>
              <a:spcAft>
                <a:spcPts val="0"/>
              </a:spcAft>
              <a:buSzPts val="1200"/>
              <a:buNone/>
            </a:pPr>
            <a:r>
              <a:rPr lang="ru-RU" sz="1200"/>
              <a:t>results/arx/of/DIS/window_03/metrics.csv</a:t>
            </a:r>
            <a:endParaRPr/>
          </a:p>
          <a:p>
            <a:pPr indent="0" lvl="0" marL="0" rtl="0" algn="l">
              <a:spcBef>
                <a:spcPts val="0"/>
              </a:spcBef>
              <a:spcAft>
                <a:spcPts val="0"/>
              </a:spcAft>
              <a:buSzPts val="1200"/>
              <a:buNone/>
            </a:pPr>
            <a:r>
              <a:rPr lang="ru-RU" sz="1200"/>
              <a:t>results/arx/of/MO/window_01/history.csv</a:t>
            </a:r>
            <a:endParaRPr/>
          </a:p>
          <a:p>
            <a:pPr indent="0" lvl="0" marL="0" rtl="0" algn="l">
              <a:spcBef>
                <a:spcPts val="0"/>
              </a:spcBef>
              <a:spcAft>
                <a:spcPts val="0"/>
              </a:spcAft>
              <a:buSzPts val="1200"/>
              <a:buNone/>
            </a:pPr>
            <a:r>
              <a:rPr lang="ru-RU" sz="1200"/>
              <a:t>results/arx/of/MO/window_01/metrics.csv</a:t>
            </a:r>
            <a:endParaRPr/>
          </a:p>
          <a:p>
            <a:pPr indent="0" lvl="0" marL="0" rtl="0" algn="l">
              <a:spcBef>
                <a:spcPts val="0"/>
              </a:spcBef>
              <a:spcAft>
                <a:spcPts val="0"/>
              </a:spcAft>
              <a:buSzPts val="1200"/>
              <a:buNone/>
            </a:pPr>
            <a:r>
              <a:rPr lang="ru-RU" sz="1200"/>
              <a:t>results/arx/of/MO/window_02/history.csv</a:t>
            </a:r>
            <a:endParaRPr/>
          </a:p>
          <a:p>
            <a:pPr indent="0" lvl="0" marL="0" rtl="0" algn="l">
              <a:spcBef>
                <a:spcPts val="0"/>
              </a:spcBef>
              <a:spcAft>
                <a:spcPts val="0"/>
              </a:spcAft>
              <a:buSzPts val="1200"/>
              <a:buNone/>
            </a:pPr>
            <a:r>
              <a:rPr lang="ru-RU" sz="1200"/>
              <a:t>results/arx/of/MO/window_02/metrics.csv</a:t>
            </a:r>
            <a:endParaRPr/>
          </a:p>
          <a:p>
            <a:pPr indent="0" lvl="0" marL="0" rtl="0" algn="l">
              <a:spcBef>
                <a:spcPts val="0"/>
              </a:spcBef>
              <a:spcAft>
                <a:spcPts val="0"/>
              </a:spcAft>
              <a:buSzPts val="1200"/>
              <a:buNone/>
            </a:pPr>
            <a:r>
              <a:rPr lang="ru-RU" sz="1200"/>
              <a:t>results/arx/of/MO/window_03/history.csv</a:t>
            </a:r>
            <a:endParaRPr/>
          </a:p>
          <a:p>
            <a:pPr indent="0" lvl="0" marL="0" rtl="0" algn="l">
              <a:spcBef>
                <a:spcPts val="0"/>
              </a:spcBef>
              <a:spcAft>
                <a:spcPts val="0"/>
              </a:spcAft>
              <a:buSzPts val="1200"/>
              <a:buNone/>
            </a:pPr>
            <a:r>
              <a:rPr lang="ru-RU" sz="1200"/>
              <a:t>results/arx/of/MO/window_03/metrics.csv</a:t>
            </a:r>
            <a:endParaRPr/>
          </a:p>
          <a:p>
            <a:pPr indent="0" lvl="0" marL="0" rtl="0" algn="l">
              <a:spcBef>
                <a:spcPts val="0"/>
              </a:spcBef>
              <a:spcAft>
                <a:spcPts val="0"/>
              </a:spcAft>
              <a:buSzPts val="1200"/>
              <a:buNone/>
            </a:pPr>
            <a:r>
              <a:rPr lang="ru-RU" sz="1200"/>
              <a:t>results/arx/of/NEE/window_01/history.csv</a:t>
            </a:r>
            <a:endParaRPr/>
          </a:p>
          <a:p>
            <a:pPr indent="0" lvl="0" marL="0" rtl="0" algn="l">
              <a:spcBef>
                <a:spcPts val="0"/>
              </a:spcBef>
              <a:spcAft>
                <a:spcPts val="0"/>
              </a:spcAft>
              <a:buSzPts val="1200"/>
              <a:buNone/>
            </a:pPr>
            <a:r>
              <a:rPr lang="ru-RU" sz="1200"/>
              <a:t>results/arx/of/NEE/window_01/metrics.csv</a:t>
            </a:r>
            <a:endParaRPr/>
          </a:p>
          <a:p>
            <a:pPr indent="0" lvl="0" marL="0" rtl="0" algn="l">
              <a:spcBef>
                <a:spcPts val="0"/>
              </a:spcBef>
              <a:spcAft>
                <a:spcPts val="0"/>
              </a:spcAft>
              <a:buSzPts val="1200"/>
              <a:buNone/>
            </a:pPr>
            <a:r>
              <a:rPr lang="ru-RU" sz="1200"/>
              <a:t>results/arx/of/NEE/window_02/history.csv</a:t>
            </a:r>
            <a:endParaRPr/>
          </a:p>
          <a:p>
            <a:pPr indent="0" lvl="0" marL="0" rtl="0" algn="l">
              <a:spcBef>
                <a:spcPts val="0"/>
              </a:spcBef>
              <a:spcAft>
                <a:spcPts val="0"/>
              </a:spcAft>
              <a:buSzPts val="1200"/>
              <a:buNone/>
            </a:pPr>
            <a:r>
              <a:rPr lang="ru-RU" sz="1200"/>
              <a:t>results/arx/of/NEE/window_02/metrics.csv</a:t>
            </a:r>
            <a:endParaRPr/>
          </a:p>
          <a:p>
            <a:pPr indent="0" lvl="0" marL="0" rtl="0" algn="l">
              <a:spcBef>
                <a:spcPts val="0"/>
              </a:spcBef>
              <a:spcAft>
                <a:spcPts val="0"/>
              </a:spcAft>
              <a:buSzPts val="1200"/>
              <a:buNone/>
            </a:pPr>
            <a:r>
              <a:rPr lang="ru-RU" sz="1200"/>
              <a:t>results/arx/of/NEE/window_03/history.csv</a:t>
            </a:r>
            <a:endParaRPr/>
          </a:p>
          <a:p>
            <a:pPr indent="0" lvl="0" marL="0" rtl="0" algn="l">
              <a:spcBef>
                <a:spcPts val="0"/>
              </a:spcBef>
              <a:spcAft>
                <a:spcPts val="0"/>
              </a:spcAft>
              <a:buSzPts val="1200"/>
              <a:buNone/>
            </a:pPr>
            <a:r>
              <a:rPr lang="ru-RU" sz="1200"/>
              <a:t>results/arx/of/NEE/window_03/metrics.csv</a:t>
            </a:r>
            <a:endParaRPr/>
          </a:p>
          <a:p>
            <a:pPr indent="0" lvl="0" marL="0" rtl="0" algn="l">
              <a:spcBef>
                <a:spcPts val="0"/>
              </a:spcBef>
              <a:spcAft>
                <a:spcPts val="0"/>
              </a:spcAft>
              <a:buSzPts val="1200"/>
              <a:buNone/>
            </a:pPr>
            <a:r>
              <a:rPr lang="ru-RU" sz="1200"/>
              <a:t>results/arx/of/NKE/window_01/history.csv</a:t>
            </a:r>
            <a:endParaRPr/>
          </a:p>
          <a:p>
            <a:pPr indent="0" lvl="0" marL="0" rtl="0" algn="l">
              <a:spcBef>
                <a:spcPts val="0"/>
              </a:spcBef>
              <a:spcAft>
                <a:spcPts val="0"/>
              </a:spcAft>
              <a:buSzPts val="1200"/>
              <a:buNone/>
            </a:pPr>
            <a:r>
              <a:rPr lang="ru-RU" sz="1200"/>
              <a:t>results/arx/of/NKE/window_01/metrics.csv</a:t>
            </a:r>
            <a:endParaRPr/>
          </a:p>
          <a:p>
            <a:pPr indent="0" lvl="0" marL="0" rtl="0" algn="l">
              <a:spcBef>
                <a:spcPts val="0"/>
              </a:spcBef>
              <a:spcAft>
                <a:spcPts val="0"/>
              </a:spcAft>
              <a:buSzPts val="1200"/>
              <a:buNone/>
            </a:pPr>
            <a:r>
              <a:rPr lang="ru-RU" sz="1200"/>
              <a:t>results/arx/of/NKE/window_02/history.csv</a:t>
            </a:r>
            <a:endParaRPr/>
          </a:p>
          <a:p>
            <a:pPr indent="0" lvl="0" marL="0" rtl="0" algn="l">
              <a:spcBef>
                <a:spcPts val="0"/>
              </a:spcBef>
              <a:spcAft>
                <a:spcPts val="0"/>
              </a:spcAft>
              <a:buSzPts val="1200"/>
              <a:buNone/>
            </a:pPr>
            <a:r>
              <a:rPr lang="ru-RU" sz="1200"/>
              <a:t>results/arx/of/NKE/window_02/metrics.csv</a:t>
            </a:r>
            <a:endParaRPr/>
          </a:p>
          <a:p>
            <a:pPr indent="0" lvl="0" marL="0" rtl="0" algn="l">
              <a:spcBef>
                <a:spcPts val="0"/>
              </a:spcBef>
              <a:spcAft>
                <a:spcPts val="0"/>
              </a:spcAft>
              <a:buSzPts val="1200"/>
              <a:buNone/>
            </a:pPr>
            <a:r>
              <a:rPr lang="ru-RU" sz="1200"/>
              <a:t>results/arx/of/NKE/window_03/history.csv</a:t>
            </a:r>
            <a:endParaRPr/>
          </a:p>
          <a:p>
            <a:pPr indent="0" lvl="0" marL="0" rtl="0" algn="l">
              <a:spcBef>
                <a:spcPts val="0"/>
              </a:spcBef>
              <a:spcAft>
                <a:spcPts val="0"/>
              </a:spcAft>
              <a:buSzPts val="1200"/>
              <a:buNone/>
            </a:pPr>
            <a:r>
              <a:rPr lang="ru-RU" sz="1200"/>
              <a:t>results/arx/of/NKE/window_03/metrics.csv</a:t>
            </a:r>
            <a:endParaRPr/>
          </a:p>
          <a:p>
            <a:pPr indent="0" lvl="0" marL="0" rtl="0" algn="l">
              <a:spcBef>
                <a:spcPts val="0"/>
              </a:spcBef>
              <a:spcAft>
                <a:spcPts val="0"/>
              </a:spcAft>
              <a:buSzPts val="1200"/>
              <a:buNone/>
            </a:pPr>
            <a:r>
              <a:rPr lang="ru-RU" sz="1200"/>
              <a:t>results/arx/of/OXY/window_01/history.csv</a:t>
            </a:r>
            <a:endParaRPr/>
          </a:p>
          <a:p>
            <a:pPr indent="0" lvl="0" marL="0" rtl="0" algn="l">
              <a:spcBef>
                <a:spcPts val="0"/>
              </a:spcBef>
              <a:spcAft>
                <a:spcPts val="0"/>
              </a:spcAft>
              <a:buSzPts val="1200"/>
              <a:buNone/>
            </a:pPr>
            <a:r>
              <a:rPr lang="ru-RU" sz="1200"/>
              <a:t>results/arx/of/OXY/window_01/metrics.csv</a:t>
            </a:r>
            <a:endParaRPr/>
          </a:p>
          <a:p>
            <a:pPr indent="0" lvl="0" marL="0" rtl="0" algn="l">
              <a:spcBef>
                <a:spcPts val="0"/>
              </a:spcBef>
              <a:spcAft>
                <a:spcPts val="0"/>
              </a:spcAft>
              <a:buSzPts val="1200"/>
              <a:buNone/>
            </a:pPr>
            <a:r>
              <a:rPr lang="ru-RU" sz="1200"/>
              <a:t>results/arx/of/OXY/window_02/history.csv</a:t>
            </a:r>
            <a:endParaRPr/>
          </a:p>
          <a:p>
            <a:pPr indent="0" lvl="0" marL="0" rtl="0" algn="l">
              <a:spcBef>
                <a:spcPts val="0"/>
              </a:spcBef>
              <a:spcAft>
                <a:spcPts val="0"/>
              </a:spcAft>
              <a:buSzPts val="1200"/>
              <a:buNone/>
            </a:pPr>
            <a:r>
              <a:rPr lang="ru-RU" sz="1200"/>
              <a:t>results/arx/of/OXY/window_02/metrics.csv</a:t>
            </a:r>
            <a:endParaRPr/>
          </a:p>
          <a:p>
            <a:pPr indent="0" lvl="0" marL="0" rtl="0" algn="l">
              <a:spcBef>
                <a:spcPts val="0"/>
              </a:spcBef>
              <a:spcAft>
                <a:spcPts val="0"/>
              </a:spcAft>
              <a:buSzPts val="1200"/>
              <a:buNone/>
            </a:pPr>
            <a:r>
              <a:rPr lang="ru-RU" sz="1200"/>
              <a:t>results/arx/of/OXY/window_03/history.csv</a:t>
            </a:r>
            <a:endParaRPr/>
          </a:p>
          <a:p>
            <a:pPr indent="0" lvl="0" marL="0" rtl="0" algn="l">
              <a:spcBef>
                <a:spcPts val="0"/>
              </a:spcBef>
              <a:spcAft>
                <a:spcPts val="0"/>
              </a:spcAft>
              <a:buSzPts val="1200"/>
              <a:buNone/>
            </a:pPr>
            <a:r>
              <a:rPr lang="ru-RU" sz="1200"/>
              <a:t>results/arx/of/OXY/window_03/metrics.csv</a:t>
            </a:r>
            <a:endParaRPr/>
          </a:p>
          <a:p>
            <a:pPr indent="0" lvl="0" marL="0" rtl="0" algn="l">
              <a:spcBef>
                <a:spcPts val="0"/>
              </a:spcBef>
              <a:spcAft>
                <a:spcPts val="0"/>
              </a:spcAft>
              <a:buSzPts val="1200"/>
              <a:buNone/>
            </a:pPr>
            <a:r>
              <a:rPr lang="ru-RU" sz="1200"/>
              <a:t>results/arx/of/UBER/window_01/history.csv</a:t>
            </a:r>
            <a:endParaRPr/>
          </a:p>
          <a:p>
            <a:pPr indent="0" lvl="0" marL="0" rtl="0" algn="l">
              <a:spcBef>
                <a:spcPts val="0"/>
              </a:spcBef>
              <a:spcAft>
                <a:spcPts val="0"/>
              </a:spcAft>
              <a:buSzPts val="1200"/>
              <a:buNone/>
            </a:pPr>
            <a:r>
              <a:rPr lang="ru-RU" sz="1200"/>
              <a:t>results/arx/of/UBER/window_01/metrics.csv</a:t>
            </a:r>
            <a:endParaRPr/>
          </a:p>
          <a:p>
            <a:pPr indent="0" lvl="0" marL="0" rtl="0" algn="l">
              <a:spcBef>
                <a:spcPts val="0"/>
              </a:spcBef>
              <a:spcAft>
                <a:spcPts val="0"/>
              </a:spcAft>
              <a:buSzPts val="1200"/>
              <a:buNone/>
            </a:pPr>
            <a:r>
              <a:rPr lang="ru-RU" sz="1200"/>
              <a:t>results/arx/of/UBER/window_02/history.csv</a:t>
            </a:r>
            <a:endParaRPr/>
          </a:p>
          <a:p>
            <a:pPr indent="0" lvl="0" marL="0" rtl="0" algn="l">
              <a:spcBef>
                <a:spcPts val="0"/>
              </a:spcBef>
              <a:spcAft>
                <a:spcPts val="0"/>
              </a:spcAft>
              <a:buSzPts val="1200"/>
              <a:buNone/>
            </a:pPr>
            <a:r>
              <a:rPr lang="ru-RU" sz="1200"/>
              <a:t>results/arx/of/UBER/window_02/metrics.csv</a:t>
            </a:r>
            <a:endParaRPr/>
          </a:p>
          <a:p>
            <a:pPr indent="0" lvl="0" marL="0" rtl="0" algn="l">
              <a:spcBef>
                <a:spcPts val="0"/>
              </a:spcBef>
              <a:spcAft>
                <a:spcPts val="0"/>
              </a:spcAft>
              <a:buSzPts val="1200"/>
              <a:buNone/>
            </a:pPr>
            <a:r>
              <a:rPr lang="ru-RU" sz="1200"/>
              <a:t>results/arx/of/UBER/window_03/history.csv</a:t>
            </a:r>
            <a:endParaRPr/>
          </a:p>
          <a:p>
            <a:pPr indent="0" lvl="0" marL="0" rtl="0" algn="l">
              <a:spcBef>
                <a:spcPts val="0"/>
              </a:spcBef>
              <a:spcAft>
                <a:spcPts val="0"/>
              </a:spcAft>
              <a:buSzPts val="1200"/>
              <a:buNone/>
            </a:pPr>
            <a:r>
              <a:rPr lang="ru-RU" sz="1200"/>
              <a:t>results/arx/of/UBER/window_03/metrics.csv</a:t>
            </a:r>
            <a:endParaRPr/>
          </a:p>
          <a:p>
            <a:pPr indent="0" lvl="0" marL="0" rtl="0" algn="l">
              <a:spcBef>
                <a:spcPts val="0"/>
              </a:spcBef>
              <a:spcAft>
                <a:spcPts val="0"/>
              </a:spcAft>
              <a:buSzPts val="1200"/>
              <a:buNone/>
            </a:pPr>
            <a:r>
              <a:rPr lang="ru-RU" sz="1200"/>
              <a:t>results/arx/of/USB/window_01/history.csv</a:t>
            </a:r>
            <a:endParaRPr/>
          </a:p>
          <a:p>
            <a:pPr indent="0" lvl="0" marL="0" rtl="0" algn="l">
              <a:spcBef>
                <a:spcPts val="0"/>
              </a:spcBef>
              <a:spcAft>
                <a:spcPts val="0"/>
              </a:spcAft>
              <a:buSzPts val="1200"/>
              <a:buNone/>
            </a:pPr>
            <a:r>
              <a:rPr lang="ru-RU" sz="1200"/>
              <a:t>results/arx/of/USB/window_01/metrics.csv</a:t>
            </a:r>
            <a:endParaRPr/>
          </a:p>
          <a:p>
            <a:pPr indent="0" lvl="0" marL="0" rtl="0" algn="l">
              <a:spcBef>
                <a:spcPts val="0"/>
              </a:spcBef>
              <a:spcAft>
                <a:spcPts val="0"/>
              </a:spcAft>
              <a:buSzPts val="1200"/>
              <a:buNone/>
            </a:pPr>
            <a:r>
              <a:rPr lang="ru-RU" sz="1200"/>
              <a:t>results/arx/of/USB/window_02/history.csv</a:t>
            </a:r>
            <a:endParaRPr/>
          </a:p>
          <a:p>
            <a:pPr indent="0" lvl="0" marL="0" rtl="0" algn="l">
              <a:spcBef>
                <a:spcPts val="0"/>
              </a:spcBef>
              <a:spcAft>
                <a:spcPts val="0"/>
              </a:spcAft>
              <a:buSzPts val="1200"/>
              <a:buNone/>
            </a:pPr>
            <a:r>
              <a:rPr lang="ru-RU" sz="1200"/>
              <a:t>results/arx/of/USB/window_02/metrics.csv</a:t>
            </a:r>
            <a:endParaRPr/>
          </a:p>
          <a:p>
            <a:pPr indent="0" lvl="0" marL="0" rtl="0" algn="l">
              <a:spcBef>
                <a:spcPts val="0"/>
              </a:spcBef>
              <a:spcAft>
                <a:spcPts val="0"/>
              </a:spcAft>
              <a:buSzPts val="1200"/>
              <a:buNone/>
            </a:pPr>
            <a:r>
              <a:rPr lang="ru-RU" sz="1200"/>
              <a:t>results/arx/of/USB/window_03/history.csv</a:t>
            </a:r>
            <a:endParaRPr/>
          </a:p>
          <a:p>
            <a:pPr indent="0" lvl="0" marL="0" rtl="0" algn="l">
              <a:spcBef>
                <a:spcPts val="0"/>
              </a:spcBef>
              <a:spcAft>
                <a:spcPts val="0"/>
              </a:spcAft>
              <a:buSzPts val="1200"/>
              <a:buNone/>
            </a:pPr>
            <a:r>
              <a:rPr lang="ru-RU" sz="1200"/>
              <a:t>results/arx/of/USB/window_03/metrics.csv</a:t>
            </a:r>
            <a:endParaRPr/>
          </a:p>
          <a:p>
            <a:pPr indent="0" lvl="0" marL="0" rtl="0" algn="l">
              <a:spcBef>
                <a:spcPts val="0"/>
              </a:spcBef>
              <a:spcAft>
                <a:spcPts val="0"/>
              </a:spcAft>
              <a:buSzPts val="1200"/>
              <a:buNone/>
            </a:pPr>
            <a:r>
              <a:rPr lang="ru-RU" sz="1200"/>
              <a:t>results/arx/of/VZ/window_01/history.csv</a:t>
            </a:r>
            <a:endParaRPr/>
          </a:p>
          <a:p>
            <a:pPr indent="0" lvl="0" marL="0" rtl="0" algn="l">
              <a:spcBef>
                <a:spcPts val="0"/>
              </a:spcBef>
              <a:spcAft>
                <a:spcPts val="0"/>
              </a:spcAft>
              <a:buSzPts val="1200"/>
              <a:buNone/>
            </a:pPr>
            <a:r>
              <a:rPr lang="ru-RU" sz="1200"/>
              <a:t>results/arx/of/VZ/window_01/metrics.csv</a:t>
            </a:r>
            <a:endParaRPr/>
          </a:p>
          <a:p>
            <a:pPr indent="0" lvl="0" marL="0" rtl="0" algn="l">
              <a:spcBef>
                <a:spcPts val="0"/>
              </a:spcBef>
              <a:spcAft>
                <a:spcPts val="0"/>
              </a:spcAft>
              <a:buSzPts val="1200"/>
              <a:buNone/>
            </a:pPr>
            <a:r>
              <a:rPr lang="ru-RU" sz="1200"/>
              <a:t>results/arx/of/VZ/window_02/history.csv</a:t>
            </a:r>
            <a:endParaRPr/>
          </a:p>
          <a:p>
            <a:pPr indent="0" lvl="0" marL="0" rtl="0" algn="l">
              <a:spcBef>
                <a:spcPts val="0"/>
              </a:spcBef>
              <a:spcAft>
                <a:spcPts val="0"/>
              </a:spcAft>
              <a:buSzPts val="1200"/>
              <a:buNone/>
            </a:pPr>
            <a:r>
              <a:rPr lang="ru-RU" sz="1200"/>
              <a:t>results/arx/of/VZ/window_02/metrics.csv</a:t>
            </a:r>
            <a:endParaRPr/>
          </a:p>
          <a:p>
            <a:pPr indent="0" lvl="0" marL="0" rtl="0" algn="l">
              <a:spcBef>
                <a:spcPts val="0"/>
              </a:spcBef>
              <a:spcAft>
                <a:spcPts val="0"/>
              </a:spcAft>
              <a:buSzPts val="1200"/>
              <a:buNone/>
            </a:pPr>
            <a:r>
              <a:rPr lang="ru-RU" sz="1200"/>
              <a:t>results/arx/of/VZ/window_03/history.csv</a:t>
            </a:r>
            <a:endParaRPr/>
          </a:p>
          <a:p>
            <a:pPr indent="0" lvl="0" marL="0" rtl="0" algn="l">
              <a:spcBef>
                <a:spcPts val="0"/>
              </a:spcBef>
              <a:spcAft>
                <a:spcPts val="0"/>
              </a:spcAft>
              <a:buSzPts val="1200"/>
              <a:buNone/>
            </a:pPr>
            <a:r>
              <a:rPr lang="ru-RU" sz="1200"/>
              <a:t>results/arx/of/VZ/window_03/metrics.csv</a:t>
            </a:r>
            <a:endParaRPr/>
          </a:p>
          <a:p>
            <a:pPr indent="0" lvl="0" marL="0" rtl="0" algn="l">
              <a:spcBef>
                <a:spcPts val="0"/>
              </a:spcBef>
              <a:spcAft>
                <a:spcPts val="0"/>
              </a:spcAft>
              <a:buSzPts val="1200"/>
              <a:buNone/>
            </a:pPr>
            <a:r>
              <a:rPr lang="ru-RU" sz="1200"/>
              <a:t>results/arx/ofi/BAC/window_01/history.csv</a:t>
            </a:r>
            <a:endParaRPr/>
          </a:p>
          <a:p>
            <a:pPr indent="0" lvl="0" marL="0" rtl="0" algn="l">
              <a:spcBef>
                <a:spcPts val="0"/>
              </a:spcBef>
              <a:spcAft>
                <a:spcPts val="0"/>
              </a:spcAft>
              <a:buSzPts val="1200"/>
              <a:buNone/>
            </a:pPr>
            <a:r>
              <a:rPr lang="ru-RU" sz="1200"/>
              <a:t>results/arx/ofi/BAC/window_01/metrics.csv</a:t>
            </a:r>
            <a:endParaRPr/>
          </a:p>
          <a:p>
            <a:pPr indent="0" lvl="0" marL="0" rtl="0" algn="l">
              <a:spcBef>
                <a:spcPts val="0"/>
              </a:spcBef>
              <a:spcAft>
                <a:spcPts val="0"/>
              </a:spcAft>
              <a:buSzPts val="1200"/>
              <a:buNone/>
            </a:pPr>
            <a:r>
              <a:rPr lang="ru-RU" sz="1200"/>
              <a:t>results/arx/ofi/BAC/window_02/history.csv</a:t>
            </a:r>
            <a:endParaRPr/>
          </a:p>
          <a:p>
            <a:pPr indent="0" lvl="0" marL="0" rtl="0" algn="l">
              <a:spcBef>
                <a:spcPts val="0"/>
              </a:spcBef>
              <a:spcAft>
                <a:spcPts val="0"/>
              </a:spcAft>
              <a:buSzPts val="1200"/>
              <a:buNone/>
            </a:pPr>
            <a:r>
              <a:rPr lang="ru-RU" sz="1200"/>
              <a:t>results/arx/ofi/BAC/window_02/metrics.csv</a:t>
            </a:r>
            <a:endParaRPr/>
          </a:p>
          <a:p>
            <a:pPr indent="0" lvl="0" marL="0" rtl="0" algn="l">
              <a:spcBef>
                <a:spcPts val="0"/>
              </a:spcBef>
              <a:spcAft>
                <a:spcPts val="0"/>
              </a:spcAft>
              <a:buSzPts val="1200"/>
              <a:buNone/>
            </a:pPr>
            <a:r>
              <a:rPr lang="ru-RU" sz="1200"/>
              <a:t>results/arx/ofi/BAC/window_03/history.csv</a:t>
            </a:r>
            <a:endParaRPr/>
          </a:p>
          <a:p>
            <a:pPr indent="0" lvl="0" marL="0" rtl="0" algn="l">
              <a:spcBef>
                <a:spcPts val="0"/>
              </a:spcBef>
              <a:spcAft>
                <a:spcPts val="0"/>
              </a:spcAft>
              <a:buSzPts val="1200"/>
              <a:buNone/>
            </a:pPr>
            <a:r>
              <a:rPr lang="ru-RU" sz="1200"/>
              <a:t>results/arx/ofi/BAC/window_03/metrics.csv</a:t>
            </a:r>
            <a:endParaRPr/>
          </a:p>
          <a:p>
            <a:pPr indent="0" lvl="0" marL="0" rtl="0" algn="l">
              <a:spcBef>
                <a:spcPts val="0"/>
              </a:spcBef>
              <a:spcAft>
                <a:spcPts val="0"/>
              </a:spcAft>
              <a:buSzPts val="1200"/>
              <a:buNone/>
            </a:pPr>
            <a:r>
              <a:rPr lang="ru-RU" sz="1200"/>
              <a:t>results/arx/ofi/BSX/window_01/history.csv</a:t>
            </a:r>
            <a:endParaRPr/>
          </a:p>
          <a:p>
            <a:pPr indent="0" lvl="0" marL="0" rtl="0" algn="l">
              <a:spcBef>
                <a:spcPts val="0"/>
              </a:spcBef>
              <a:spcAft>
                <a:spcPts val="0"/>
              </a:spcAft>
              <a:buSzPts val="1200"/>
              <a:buNone/>
            </a:pPr>
            <a:r>
              <a:rPr lang="ru-RU" sz="1200"/>
              <a:t>results/arx/ofi/BSX/window_01/metrics.csv</a:t>
            </a:r>
            <a:endParaRPr/>
          </a:p>
          <a:p>
            <a:pPr indent="0" lvl="0" marL="0" rtl="0" algn="l">
              <a:spcBef>
                <a:spcPts val="0"/>
              </a:spcBef>
              <a:spcAft>
                <a:spcPts val="0"/>
              </a:spcAft>
              <a:buSzPts val="1200"/>
              <a:buNone/>
            </a:pPr>
            <a:r>
              <a:rPr lang="ru-RU" sz="1200"/>
              <a:t>results/arx/ofi/BSX/window_02/history.csv</a:t>
            </a:r>
            <a:endParaRPr/>
          </a:p>
          <a:p>
            <a:pPr indent="0" lvl="0" marL="0" rtl="0" algn="l">
              <a:spcBef>
                <a:spcPts val="0"/>
              </a:spcBef>
              <a:spcAft>
                <a:spcPts val="0"/>
              </a:spcAft>
              <a:buSzPts val="1200"/>
              <a:buNone/>
            </a:pPr>
            <a:r>
              <a:rPr lang="ru-RU" sz="1200"/>
              <a:t>results/arx/ofi/BSX/window_02/metrics.csv</a:t>
            </a:r>
            <a:endParaRPr/>
          </a:p>
          <a:p>
            <a:pPr indent="0" lvl="0" marL="0" rtl="0" algn="l">
              <a:spcBef>
                <a:spcPts val="0"/>
              </a:spcBef>
              <a:spcAft>
                <a:spcPts val="0"/>
              </a:spcAft>
              <a:buSzPts val="1200"/>
              <a:buNone/>
            </a:pPr>
            <a:r>
              <a:rPr lang="ru-RU" sz="1200"/>
              <a:t>results/arx/ofi/BSX/window_03/history.csv</a:t>
            </a:r>
            <a:endParaRPr/>
          </a:p>
          <a:p>
            <a:pPr indent="0" lvl="0" marL="0" rtl="0" algn="l">
              <a:spcBef>
                <a:spcPts val="0"/>
              </a:spcBef>
              <a:spcAft>
                <a:spcPts val="0"/>
              </a:spcAft>
              <a:buSzPts val="1200"/>
              <a:buNone/>
            </a:pPr>
            <a:r>
              <a:rPr lang="ru-RU" sz="1200"/>
              <a:t>results/arx/ofi/BSX/window_03/metrics.csv</a:t>
            </a:r>
            <a:endParaRPr/>
          </a:p>
          <a:p>
            <a:pPr indent="0" lvl="0" marL="0" rtl="0" algn="l">
              <a:spcBef>
                <a:spcPts val="0"/>
              </a:spcBef>
              <a:spcAft>
                <a:spcPts val="0"/>
              </a:spcAft>
              <a:buSzPts val="1200"/>
              <a:buNone/>
            </a:pPr>
            <a:r>
              <a:rPr lang="ru-RU" sz="1200"/>
              <a:t>results/arx/ofi/CTSH/window_01/history.csv</a:t>
            </a:r>
            <a:endParaRPr/>
          </a:p>
          <a:p>
            <a:pPr indent="0" lvl="0" marL="0" rtl="0" algn="l">
              <a:spcBef>
                <a:spcPts val="0"/>
              </a:spcBef>
              <a:spcAft>
                <a:spcPts val="0"/>
              </a:spcAft>
              <a:buSzPts val="1200"/>
              <a:buNone/>
            </a:pPr>
            <a:r>
              <a:rPr lang="ru-RU" sz="1200"/>
              <a:t>results/arx/ofi/CTSH/window_01/metrics.csv</a:t>
            </a:r>
            <a:endParaRPr/>
          </a:p>
          <a:p>
            <a:pPr indent="0" lvl="0" marL="0" rtl="0" algn="l">
              <a:spcBef>
                <a:spcPts val="0"/>
              </a:spcBef>
              <a:spcAft>
                <a:spcPts val="0"/>
              </a:spcAft>
              <a:buSzPts val="1200"/>
              <a:buNone/>
            </a:pPr>
            <a:r>
              <a:rPr lang="ru-RU" sz="1200"/>
              <a:t>results/arx/ofi/CTSH/window_02/history.csv</a:t>
            </a:r>
            <a:endParaRPr/>
          </a:p>
          <a:p>
            <a:pPr indent="0" lvl="0" marL="0" rtl="0" algn="l">
              <a:spcBef>
                <a:spcPts val="0"/>
              </a:spcBef>
              <a:spcAft>
                <a:spcPts val="0"/>
              </a:spcAft>
              <a:buSzPts val="1200"/>
              <a:buNone/>
            </a:pPr>
            <a:r>
              <a:rPr lang="ru-RU" sz="1200"/>
              <a:t>results/arx/ofi/CTSH/window_02/metrics.csv</a:t>
            </a:r>
            <a:endParaRPr/>
          </a:p>
          <a:p>
            <a:pPr indent="0" lvl="0" marL="0" rtl="0" algn="l">
              <a:spcBef>
                <a:spcPts val="0"/>
              </a:spcBef>
              <a:spcAft>
                <a:spcPts val="0"/>
              </a:spcAft>
              <a:buSzPts val="1200"/>
              <a:buNone/>
            </a:pPr>
            <a:r>
              <a:rPr lang="ru-RU" sz="1200"/>
              <a:t>results/arx/ofi/CTSH/window_03/history.csv</a:t>
            </a:r>
            <a:endParaRPr/>
          </a:p>
          <a:p>
            <a:pPr indent="0" lvl="0" marL="0" rtl="0" algn="l">
              <a:spcBef>
                <a:spcPts val="0"/>
              </a:spcBef>
              <a:spcAft>
                <a:spcPts val="0"/>
              </a:spcAft>
              <a:buSzPts val="1200"/>
              <a:buNone/>
            </a:pPr>
            <a:r>
              <a:rPr lang="ru-RU" sz="1200"/>
              <a:t>results/arx/ofi/CTSH/window_03/metrics.csv</a:t>
            </a:r>
            <a:endParaRPr/>
          </a:p>
          <a:p>
            <a:pPr indent="0" lvl="0" marL="0" rtl="0" algn="l">
              <a:spcBef>
                <a:spcPts val="0"/>
              </a:spcBef>
              <a:spcAft>
                <a:spcPts val="0"/>
              </a:spcAft>
              <a:buSzPts val="1200"/>
              <a:buNone/>
            </a:pPr>
            <a:r>
              <a:rPr lang="ru-RU" sz="1200"/>
              <a:t>results/arx/ofi/DIS/window_01/history.csv</a:t>
            </a:r>
            <a:endParaRPr/>
          </a:p>
          <a:p>
            <a:pPr indent="0" lvl="0" marL="0" rtl="0" algn="l">
              <a:spcBef>
                <a:spcPts val="0"/>
              </a:spcBef>
              <a:spcAft>
                <a:spcPts val="0"/>
              </a:spcAft>
              <a:buSzPts val="1200"/>
              <a:buNone/>
            </a:pPr>
            <a:r>
              <a:rPr lang="ru-RU" sz="1200"/>
              <a:t>results/arx/ofi/DIS/window_01/metrics.csv</a:t>
            </a:r>
            <a:endParaRPr/>
          </a:p>
          <a:p>
            <a:pPr indent="0" lvl="0" marL="0" rtl="0" algn="l">
              <a:spcBef>
                <a:spcPts val="0"/>
              </a:spcBef>
              <a:spcAft>
                <a:spcPts val="0"/>
              </a:spcAft>
              <a:buSzPts val="1200"/>
              <a:buNone/>
            </a:pPr>
            <a:r>
              <a:rPr lang="ru-RU" sz="1200"/>
              <a:t>results/arx/ofi/DIS/window_02/history.csv</a:t>
            </a:r>
            <a:endParaRPr/>
          </a:p>
          <a:p>
            <a:pPr indent="0" lvl="0" marL="0" rtl="0" algn="l">
              <a:spcBef>
                <a:spcPts val="0"/>
              </a:spcBef>
              <a:spcAft>
                <a:spcPts val="0"/>
              </a:spcAft>
              <a:buSzPts val="1200"/>
              <a:buNone/>
            </a:pPr>
            <a:r>
              <a:rPr lang="ru-RU" sz="1200"/>
              <a:t>results/arx/ofi/DIS/window_02/metrics.csv</a:t>
            </a:r>
            <a:endParaRPr/>
          </a:p>
          <a:p>
            <a:pPr indent="0" lvl="0" marL="0" rtl="0" algn="l">
              <a:spcBef>
                <a:spcPts val="0"/>
              </a:spcBef>
              <a:spcAft>
                <a:spcPts val="0"/>
              </a:spcAft>
              <a:buSzPts val="1200"/>
              <a:buNone/>
            </a:pPr>
            <a:r>
              <a:rPr lang="ru-RU" sz="1200"/>
              <a:t>results/arx/ofi/DIS/window_03/history.csv</a:t>
            </a:r>
            <a:endParaRPr/>
          </a:p>
          <a:p>
            <a:pPr indent="0" lvl="0" marL="0" rtl="0" algn="l">
              <a:spcBef>
                <a:spcPts val="0"/>
              </a:spcBef>
              <a:spcAft>
                <a:spcPts val="0"/>
              </a:spcAft>
              <a:buSzPts val="1200"/>
              <a:buNone/>
            </a:pPr>
            <a:r>
              <a:rPr lang="ru-RU" sz="1200"/>
              <a:t>results/arx/ofi/DIS/window_03/metrics.csv</a:t>
            </a:r>
            <a:endParaRPr/>
          </a:p>
          <a:p>
            <a:pPr indent="0" lvl="0" marL="0" rtl="0" algn="l">
              <a:spcBef>
                <a:spcPts val="0"/>
              </a:spcBef>
              <a:spcAft>
                <a:spcPts val="0"/>
              </a:spcAft>
              <a:buSzPts val="1200"/>
              <a:buNone/>
            </a:pPr>
            <a:r>
              <a:rPr lang="ru-RU" sz="1200"/>
              <a:t>results/arx/ofi/MO/window_01/history.csv</a:t>
            </a:r>
            <a:endParaRPr/>
          </a:p>
          <a:p>
            <a:pPr indent="0" lvl="0" marL="0" rtl="0" algn="l">
              <a:spcBef>
                <a:spcPts val="0"/>
              </a:spcBef>
              <a:spcAft>
                <a:spcPts val="0"/>
              </a:spcAft>
              <a:buSzPts val="1200"/>
              <a:buNone/>
            </a:pPr>
            <a:r>
              <a:rPr lang="ru-RU" sz="1200"/>
              <a:t>results/arx/ofi/MO/window_01/metrics.csv</a:t>
            </a:r>
            <a:endParaRPr/>
          </a:p>
          <a:p>
            <a:pPr indent="0" lvl="0" marL="0" rtl="0" algn="l">
              <a:spcBef>
                <a:spcPts val="0"/>
              </a:spcBef>
              <a:spcAft>
                <a:spcPts val="0"/>
              </a:spcAft>
              <a:buSzPts val="1200"/>
              <a:buNone/>
            </a:pPr>
            <a:r>
              <a:rPr lang="ru-RU" sz="1200"/>
              <a:t>results/arx/ofi/MO/window_02/history.csv</a:t>
            </a:r>
            <a:endParaRPr/>
          </a:p>
          <a:p>
            <a:pPr indent="0" lvl="0" marL="0" rtl="0" algn="l">
              <a:spcBef>
                <a:spcPts val="0"/>
              </a:spcBef>
              <a:spcAft>
                <a:spcPts val="0"/>
              </a:spcAft>
              <a:buSzPts val="1200"/>
              <a:buNone/>
            </a:pPr>
            <a:r>
              <a:rPr lang="ru-RU" sz="1200"/>
              <a:t>results/arx/ofi/MO/window_02/metrics.csv</a:t>
            </a:r>
            <a:endParaRPr/>
          </a:p>
          <a:p>
            <a:pPr indent="0" lvl="0" marL="0" rtl="0" algn="l">
              <a:spcBef>
                <a:spcPts val="0"/>
              </a:spcBef>
              <a:spcAft>
                <a:spcPts val="0"/>
              </a:spcAft>
              <a:buSzPts val="1200"/>
              <a:buNone/>
            </a:pPr>
            <a:r>
              <a:rPr lang="ru-RU" sz="1200"/>
              <a:t>results/arx/ofi/MO/window_03/history.csv</a:t>
            </a:r>
            <a:endParaRPr/>
          </a:p>
          <a:p>
            <a:pPr indent="0" lvl="0" marL="0" rtl="0" algn="l">
              <a:spcBef>
                <a:spcPts val="0"/>
              </a:spcBef>
              <a:spcAft>
                <a:spcPts val="0"/>
              </a:spcAft>
              <a:buSzPts val="1200"/>
              <a:buNone/>
            </a:pPr>
            <a:r>
              <a:rPr lang="ru-RU" sz="1200"/>
              <a:t>results/arx/ofi/MO/window_03/metrics.csv</a:t>
            </a:r>
            <a:endParaRPr/>
          </a:p>
          <a:p>
            <a:pPr indent="0" lvl="0" marL="0" rtl="0" algn="l">
              <a:spcBef>
                <a:spcPts val="0"/>
              </a:spcBef>
              <a:spcAft>
                <a:spcPts val="0"/>
              </a:spcAft>
              <a:buSzPts val="1200"/>
              <a:buNone/>
            </a:pPr>
            <a:r>
              <a:rPr lang="ru-RU" sz="1200"/>
              <a:t>results/arx/ofi/NEE/window_01/history.csv</a:t>
            </a:r>
            <a:endParaRPr/>
          </a:p>
          <a:p>
            <a:pPr indent="0" lvl="0" marL="0" rtl="0" algn="l">
              <a:spcBef>
                <a:spcPts val="0"/>
              </a:spcBef>
              <a:spcAft>
                <a:spcPts val="0"/>
              </a:spcAft>
              <a:buSzPts val="1200"/>
              <a:buNone/>
            </a:pPr>
            <a:r>
              <a:rPr lang="ru-RU" sz="1200"/>
              <a:t>results/arx/ofi/NEE/window_01/metrics.csv</a:t>
            </a:r>
            <a:endParaRPr/>
          </a:p>
          <a:p>
            <a:pPr indent="0" lvl="0" marL="0" rtl="0" algn="l">
              <a:spcBef>
                <a:spcPts val="0"/>
              </a:spcBef>
              <a:spcAft>
                <a:spcPts val="0"/>
              </a:spcAft>
              <a:buSzPts val="1200"/>
              <a:buNone/>
            </a:pPr>
            <a:r>
              <a:rPr lang="ru-RU" sz="1200"/>
              <a:t>results/arx/ofi/NEE/window_02/history.csv</a:t>
            </a:r>
            <a:endParaRPr/>
          </a:p>
          <a:p>
            <a:pPr indent="0" lvl="0" marL="0" rtl="0" algn="l">
              <a:spcBef>
                <a:spcPts val="0"/>
              </a:spcBef>
              <a:spcAft>
                <a:spcPts val="0"/>
              </a:spcAft>
              <a:buSzPts val="1200"/>
              <a:buNone/>
            </a:pPr>
            <a:r>
              <a:rPr lang="ru-RU" sz="1200"/>
              <a:t>results/arx/ofi/NEE/window_02/metrics.csv</a:t>
            </a:r>
            <a:endParaRPr/>
          </a:p>
          <a:p>
            <a:pPr indent="0" lvl="0" marL="0" rtl="0" algn="l">
              <a:spcBef>
                <a:spcPts val="0"/>
              </a:spcBef>
              <a:spcAft>
                <a:spcPts val="0"/>
              </a:spcAft>
              <a:buSzPts val="1200"/>
              <a:buNone/>
            </a:pPr>
            <a:r>
              <a:rPr lang="ru-RU" sz="1200"/>
              <a:t>results/arx/ofi/NEE/window_03/history.csv</a:t>
            </a:r>
            <a:endParaRPr/>
          </a:p>
          <a:p>
            <a:pPr indent="0" lvl="0" marL="0" rtl="0" algn="l">
              <a:spcBef>
                <a:spcPts val="0"/>
              </a:spcBef>
              <a:spcAft>
                <a:spcPts val="0"/>
              </a:spcAft>
              <a:buSzPts val="1200"/>
              <a:buNone/>
            </a:pPr>
            <a:r>
              <a:rPr lang="ru-RU" sz="1200"/>
              <a:t>results/arx/ofi/NEE/window_03/metrics.csv</a:t>
            </a:r>
            <a:endParaRPr/>
          </a:p>
          <a:p>
            <a:pPr indent="0" lvl="0" marL="0" rtl="0" algn="l">
              <a:spcBef>
                <a:spcPts val="0"/>
              </a:spcBef>
              <a:spcAft>
                <a:spcPts val="0"/>
              </a:spcAft>
              <a:buSzPts val="1200"/>
              <a:buNone/>
            </a:pPr>
            <a:r>
              <a:rPr lang="ru-RU" sz="1200"/>
              <a:t>results/arx/ofi/NKE/window_01/history.csv</a:t>
            </a:r>
            <a:endParaRPr/>
          </a:p>
          <a:p>
            <a:pPr indent="0" lvl="0" marL="0" rtl="0" algn="l">
              <a:spcBef>
                <a:spcPts val="0"/>
              </a:spcBef>
              <a:spcAft>
                <a:spcPts val="0"/>
              </a:spcAft>
              <a:buSzPts val="1200"/>
              <a:buNone/>
            </a:pPr>
            <a:r>
              <a:rPr lang="ru-RU" sz="1200"/>
              <a:t>results/arx/ofi/NKE/window_01/metrics.csv</a:t>
            </a:r>
            <a:endParaRPr/>
          </a:p>
          <a:p>
            <a:pPr indent="0" lvl="0" marL="0" rtl="0" algn="l">
              <a:spcBef>
                <a:spcPts val="0"/>
              </a:spcBef>
              <a:spcAft>
                <a:spcPts val="0"/>
              </a:spcAft>
              <a:buSzPts val="1200"/>
              <a:buNone/>
            </a:pPr>
            <a:r>
              <a:rPr lang="ru-RU" sz="1200"/>
              <a:t>results/arx/ofi/NKE/window_02/history.csv</a:t>
            </a:r>
            <a:endParaRPr/>
          </a:p>
          <a:p>
            <a:pPr indent="0" lvl="0" marL="0" rtl="0" algn="l">
              <a:spcBef>
                <a:spcPts val="0"/>
              </a:spcBef>
              <a:spcAft>
                <a:spcPts val="0"/>
              </a:spcAft>
              <a:buSzPts val="1200"/>
              <a:buNone/>
            </a:pPr>
            <a:r>
              <a:rPr lang="ru-RU" sz="1200"/>
              <a:t>results/arx/ofi/NKE/window_02/metrics.csv</a:t>
            </a:r>
            <a:endParaRPr/>
          </a:p>
          <a:p>
            <a:pPr indent="0" lvl="0" marL="0" rtl="0" algn="l">
              <a:spcBef>
                <a:spcPts val="0"/>
              </a:spcBef>
              <a:spcAft>
                <a:spcPts val="0"/>
              </a:spcAft>
              <a:buSzPts val="1200"/>
              <a:buNone/>
            </a:pPr>
            <a:r>
              <a:rPr lang="ru-RU" sz="1200"/>
              <a:t>results/arx/ofi/NKE/window_03/history.csv</a:t>
            </a:r>
            <a:endParaRPr/>
          </a:p>
          <a:p>
            <a:pPr indent="0" lvl="0" marL="0" rtl="0" algn="l">
              <a:spcBef>
                <a:spcPts val="0"/>
              </a:spcBef>
              <a:spcAft>
                <a:spcPts val="0"/>
              </a:spcAft>
              <a:buSzPts val="1200"/>
              <a:buNone/>
            </a:pPr>
            <a:r>
              <a:rPr lang="ru-RU" sz="1200"/>
              <a:t>results/arx/ofi/NKE/window_03/metrics.csv</a:t>
            </a:r>
            <a:endParaRPr/>
          </a:p>
          <a:p>
            <a:pPr indent="0" lvl="0" marL="0" rtl="0" algn="l">
              <a:spcBef>
                <a:spcPts val="0"/>
              </a:spcBef>
              <a:spcAft>
                <a:spcPts val="0"/>
              </a:spcAft>
              <a:buSzPts val="1200"/>
              <a:buNone/>
            </a:pPr>
            <a:r>
              <a:rPr lang="ru-RU" sz="1200"/>
              <a:t>results/arx/ofi/OXY/window_01/history.csv</a:t>
            </a:r>
            <a:endParaRPr/>
          </a:p>
          <a:p>
            <a:pPr indent="0" lvl="0" marL="0" rtl="0" algn="l">
              <a:spcBef>
                <a:spcPts val="0"/>
              </a:spcBef>
              <a:spcAft>
                <a:spcPts val="0"/>
              </a:spcAft>
              <a:buSzPts val="1200"/>
              <a:buNone/>
            </a:pPr>
            <a:r>
              <a:rPr lang="ru-RU" sz="1200"/>
              <a:t>results/arx/ofi/OXY/window_01/metrics.csv</a:t>
            </a:r>
            <a:endParaRPr/>
          </a:p>
          <a:p>
            <a:pPr indent="0" lvl="0" marL="0" rtl="0" algn="l">
              <a:spcBef>
                <a:spcPts val="0"/>
              </a:spcBef>
              <a:spcAft>
                <a:spcPts val="0"/>
              </a:spcAft>
              <a:buSzPts val="1200"/>
              <a:buNone/>
            </a:pPr>
            <a:r>
              <a:rPr lang="ru-RU" sz="1200"/>
              <a:t>results/arx/ofi/OXY/window_02/history.csv</a:t>
            </a:r>
            <a:endParaRPr/>
          </a:p>
          <a:p>
            <a:pPr indent="0" lvl="0" marL="0" rtl="0" algn="l">
              <a:spcBef>
                <a:spcPts val="0"/>
              </a:spcBef>
              <a:spcAft>
                <a:spcPts val="0"/>
              </a:spcAft>
              <a:buSzPts val="1200"/>
              <a:buNone/>
            </a:pPr>
            <a:r>
              <a:rPr lang="ru-RU" sz="1200"/>
              <a:t>results/arx/ofi/OXY/window_02/metrics.csv</a:t>
            </a:r>
            <a:endParaRPr/>
          </a:p>
          <a:p>
            <a:pPr indent="0" lvl="0" marL="0" rtl="0" algn="l">
              <a:spcBef>
                <a:spcPts val="0"/>
              </a:spcBef>
              <a:spcAft>
                <a:spcPts val="0"/>
              </a:spcAft>
              <a:buSzPts val="1200"/>
              <a:buNone/>
            </a:pPr>
            <a:r>
              <a:rPr lang="ru-RU" sz="1200"/>
              <a:t>results/arx/ofi/OXY/window_03/history.csv</a:t>
            </a:r>
            <a:endParaRPr/>
          </a:p>
          <a:p>
            <a:pPr indent="0" lvl="0" marL="0" rtl="0" algn="l">
              <a:spcBef>
                <a:spcPts val="0"/>
              </a:spcBef>
              <a:spcAft>
                <a:spcPts val="0"/>
              </a:spcAft>
              <a:buSzPts val="1200"/>
              <a:buNone/>
            </a:pPr>
            <a:r>
              <a:rPr lang="ru-RU" sz="1200"/>
              <a:t>results/arx/ofi/OXY/window_03/metrics.csv</a:t>
            </a:r>
            <a:endParaRPr/>
          </a:p>
          <a:p>
            <a:pPr indent="0" lvl="0" marL="0" rtl="0" algn="l">
              <a:spcBef>
                <a:spcPts val="0"/>
              </a:spcBef>
              <a:spcAft>
                <a:spcPts val="0"/>
              </a:spcAft>
              <a:buSzPts val="1200"/>
              <a:buNone/>
            </a:pPr>
            <a:r>
              <a:rPr lang="ru-RU" sz="1200"/>
              <a:t>results/arx/ofi/UBER/window_01/history.csv</a:t>
            </a:r>
            <a:endParaRPr/>
          </a:p>
          <a:p>
            <a:pPr indent="0" lvl="0" marL="0" rtl="0" algn="l">
              <a:spcBef>
                <a:spcPts val="0"/>
              </a:spcBef>
              <a:spcAft>
                <a:spcPts val="0"/>
              </a:spcAft>
              <a:buSzPts val="1200"/>
              <a:buNone/>
            </a:pPr>
            <a:r>
              <a:rPr lang="ru-RU" sz="1200"/>
              <a:t>results/arx/ofi/UBER/window_01/metrics.csv</a:t>
            </a:r>
            <a:endParaRPr/>
          </a:p>
          <a:p>
            <a:pPr indent="0" lvl="0" marL="0" rtl="0" algn="l">
              <a:spcBef>
                <a:spcPts val="0"/>
              </a:spcBef>
              <a:spcAft>
                <a:spcPts val="0"/>
              </a:spcAft>
              <a:buSzPts val="1200"/>
              <a:buNone/>
            </a:pPr>
            <a:r>
              <a:rPr lang="ru-RU" sz="1200"/>
              <a:t>results/arx/ofi/UBER/window_02/history.csv</a:t>
            </a:r>
            <a:endParaRPr/>
          </a:p>
          <a:p>
            <a:pPr indent="0" lvl="0" marL="0" rtl="0" algn="l">
              <a:spcBef>
                <a:spcPts val="0"/>
              </a:spcBef>
              <a:spcAft>
                <a:spcPts val="0"/>
              </a:spcAft>
              <a:buSzPts val="1200"/>
              <a:buNone/>
            </a:pPr>
            <a:r>
              <a:rPr lang="ru-RU" sz="1200"/>
              <a:t>results/arx/ofi/UBER/window_02/metrics.csv</a:t>
            </a:r>
            <a:endParaRPr/>
          </a:p>
          <a:p>
            <a:pPr indent="0" lvl="0" marL="0" rtl="0" algn="l">
              <a:spcBef>
                <a:spcPts val="0"/>
              </a:spcBef>
              <a:spcAft>
                <a:spcPts val="0"/>
              </a:spcAft>
              <a:buSzPts val="1200"/>
              <a:buNone/>
            </a:pPr>
            <a:r>
              <a:rPr lang="ru-RU" sz="1200"/>
              <a:t>results/arx/ofi/UBER/window_03/history.csv</a:t>
            </a:r>
            <a:endParaRPr/>
          </a:p>
          <a:p>
            <a:pPr indent="0" lvl="0" marL="0" rtl="0" algn="l">
              <a:spcBef>
                <a:spcPts val="0"/>
              </a:spcBef>
              <a:spcAft>
                <a:spcPts val="0"/>
              </a:spcAft>
              <a:buSzPts val="1200"/>
              <a:buNone/>
            </a:pPr>
            <a:r>
              <a:rPr lang="ru-RU" sz="1200"/>
              <a:t>results/arx/ofi/UBER/window_03/metrics.csv</a:t>
            </a:r>
            <a:endParaRPr/>
          </a:p>
          <a:p>
            <a:pPr indent="0" lvl="0" marL="0" rtl="0" algn="l">
              <a:spcBef>
                <a:spcPts val="0"/>
              </a:spcBef>
              <a:spcAft>
                <a:spcPts val="0"/>
              </a:spcAft>
              <a:buSzPts val="1200"/>
              <a:buNone/>
            </a:pPr>
            <a:r>
              <a:rPr lang="ru-RU" sz="1200"/>
              <a:t>results/arx/ofi/USB/window_01/history.csv</a:t>
            </a:r>
            <a:endParaRPr/>
          </a:p>
          <a:p>
            <a:pPr indent="0" lvl="0" marL="0" rtl="0" algn="l">
              <a:spcBef>
                <a:spcPts val="0"/>
              </a:spcBef>
              <a:spcAft>
                <a:spcPts val="0"/>
              </a:spcAft>
              <a:buSzPts val="1200"/>
              <a:buNone/>
            </a:pPr>
            <a:r>
              <a:rPr lang="ru-RU" sz="1200"/>
              <a:t>results/arx/ofi/USB/window_01/metrics.csv</a:t>
            </a:r>
            <a:endParaRPr/>
          </a:p>
          <a:p>
            <a:pPr indent="0" lvl="0" marL="0" rtl="0" algn="l">
              <a:spcBef>
                <a:spcPts val="0"/>
              </a:spcBef>
              <a:spcAft>
                <a:spcPts val="0"/>
              </a:spcAft>
              <a:buSzPts val="1200"/>
              <a:buNone/>
            </a:pPr>
            <a:r>
              <a:rPr lang="ru-RU" sz="1200"/>
              <a:t>results/arx/ofi/USB/window_02/history.csv</a:t>
            </a:r>
            <a:endParaRPr/>
          </a:p>
          <a:p>
            <a:pPr indent="0" lvl="0" marL="0" rtl="0" algn="l">
              <a:spcBef>
                <a:spcPts val="0"/>
              </a:spcBef>
              <a:spcAft>
                <a:spcPts val="0"/>
              </a:spcAft>
              <a:buSzPts val="1200"/>
              <a:buNone/>
            </a:pPr>
            <a:r>
              <a:rPr lang="ru-RU" sz="1200"/>
              <a:t>results/arx/ofi/USB/window_02/metrics.csv</a:t>
            </a:r>
            <a:endParaRPr/>
          </a:p>
          <a:p>
            <a:pPr indent="0" lvl="0" marL="0" rtl="0" algn="l">
              <a:spcBef>
                <a:spcPts val="0"/>
              </a:spcBef>
              <a:spcAft>
                <a:spcPts val="0"/>
              </a:spcAft>
              <a:buSzPts val="1200"/>
              <a:buNone/>
            </a:pPr>
            <a:r>
              <a:rPr lang="ru-RU" sz="1200"/>
              <a:t>results/arx/ofi/USB/window_03/history.csv</a:t>
            </a:r>
            <a:endParaRPr/>
          </a:p>
          <a:p>
            <a:pPr indent="0" lvl="0" marL="0" rtl="0" algn="l">
              <a:spcBef>
                <a:spcPts val="0"/>
              </a:spcBef>
              <a:spcAft>
                <a:spcPts val="0"/>
              </a:spcAft>
              <a:buSzPts val="1200"/>
              <a:buNone/>
            </a:pPr>
            <a:r>
              <a:rPr lang="ru-RU" sz="1200"/>
              <a:t>results/arx/ofi/USB/window_03/metrics.csv</a:t>
            </a:r>
            <a:endParaRPr/>
          </a:p>
          <a:p>
            <a:pPr indent="0" lvl="0" marL="0" rtl="0" algn="l">
              <a:spcBef>
                <a:spcPts val="0"/>
              </a:spcBef>
              <a:spcAft>
                <a:spcPts val="0"/>
              </a:spcAft>
              <a:buSzPts val="1200"/>
              <a:buNone/>
            </a:pPr>
            <a:r>
              <a:rPr lang="ru-RU" sz="1200"/>
              <a:t>results/arx/ofi/VZ/window_01/history.csv</a:t>
            </a:r>
            <a:endParaRPr/>
          </a:p>
          <a:p>
            <a:pPr indent="0" lvl="0" marL="0" rtl="0" algn="l">
              <a:spcBef>
                <a:spcPts val="0"/>
              </a:spcBef>
              <a:spcAft>
                <a:spcPts val="0"/>
              </a:spcAft>
              <a:buSzPts val="1200"/>
              <a:buNone/>
            </a:pPr>
            <a:r>
              <a:rPr lang="ru-RU" sz="1200"/>
              <a:t>results/arx/ofi/VZ/window_01/metrics.csv</a:t>
            </a:r>
            <a:endParaRPr/>
          </a:p>
          <a:p>
            <a:pPr indent="0" lvl="0" marL="0" rtl="0" algn="l">
              <a:spcBef>
                <a:spcPts val="0"/>
              </a:spcBef>
              <a:spcAft>
                <a:spcPts val="0"/>
              </a:spcAft>
              <a:buSzPts val="1200"/>
              <a:buNone/>
            </a:pPr>
            <a:r>
              <a:rPr lang="ru-RU" sz="1200"/>
              <a:t>results/arx/ofi/VZ/window_02/history.csv</a:t>
            </a:r>
            <a:endParaRPr/>
          </a:p>
          <a:p>
            <a:pPr indent="0" lvl="0" marL="0" rtl="0" algn="l">
              <a:spcBef>
                <a:spcPts val="0"/>
              </a:spcBef>
              <a:spcAft>
                <a:spcPts val="0"/>
              </a:spcAft>
              <a:buSzPts val="1200"/>
              <a:buNone/>
            </a:pPr>
            <a:r>
              <a:rPr lang="ru-RU" sz="1200"/>
              <a:t>results/arx/ofi/VZ/window_02/metrics.csv</a:t>
            </a:r>
            <a:endParaRPr/>
          </a:p>
          <a:p>
            <a:pPr indent="0" lvl="0" marL="0" rtl="0" algn="l">
              <a:spcBef>
                <a:spcPts val="0"/>
              </a:spcBef>
              <a:spcAft>
                <a:spcPts val="0"/>
              </a:spcAft>
              <a:buSzPts val="1200"/>
              <a:buNone/>
            </a:pPr>
            <a:r>
              <a:rPr lang="ru-RU" sz="1200"/>
              <a:t>results/arx/ofi/VZ/window_03/history.csv</a:t>
            </a:r>
            <a:endParaRPr/>
          </a:p>
          <a:p>
            <a:pPr indent="0" lvl="0" marL="0" rtl="0" algn="l">
              <a:spcBef>
                <a:spcPts val="0"/>
              </a:spcBef>
              <a:spcAft>
                <a:spcPts val="0"/>
              </a:spcAft>
              <a:buSzPts val="1200"/>
              <a:buNone/>
            </a:pPr>
            <a:r>
              <a:rPr lang="ru-RU" sz="1200"/>
              <a:t>results/arx/ofi/VZ/window_03/metrics.csv</a:t>
            </a:r>
            <a:endParaRPr/>
          </a:p>
          <a:p>
            <a:pPr indent="0" lvl="0" marL="0" rtl="0" algn="l">
              <a:spcBef>
                <a:spcPts val="0"/>
              </a:spcBef>
              <a:spcAft>
                <a:spcPts val="0"/>
              </a:spcAft>
              <a:buSzPts val="1200"/>
              <a:buNone/>
            </a:pPr>
            <a:r>
              <a:rPr lang="ru-RU" sz="1200"/>
              <a:t>results/arx_pooled/ofi/BAC/window_01/history.csv</a:t>
            </a:r>
            <a:endParaRPr/>
          </a:p>
          <a:p>
            <a:pPr indent="0" lvl="0" marL="0" rtl="0" algn="l">
              <a:spcBef>
                <a:spcPts val="0"/>
              </a:spcBef>
              <a:spcAft>
                <a:spcPts val="0"/>
              </a:spcAft>
              <a:buSzPts val="1200"/>
              <a:buNone/>
            </a:pPr>
            <a:r>
              <a:rPr lang="ru-RU" sz="1200"/>
              <a:t>results/arx_pooled/ofi/BAC/window_01/metrics.csv</a:t>
            </a:r>
            <a:endParaRPr/>
          </a:p>
          <a:p>
            <a:pPr indent="0" lvl="0" marL="0" rtl="0" algn="l">
              <a:spcBef>
                <a:spcPts val="0"/>
              </a:spcBef>
              <a:spcAft>
                <a:spcPts val="0"/>
              </a:spcAft>
              <a:buSzPts val="1200"/>
              <a:buNone/>
            </a:pPr>
            <a:r>
              <a:rPr lang="ru-RU" sz="1200"/>
              <a:t>results/arx_pooled/ofi/BAC/window_02/history.csv</a:t>
            </a:r>
            <a:endParaRPr/>
          </a:p>
          <a:p>
            <a:pPr indent="0" lvl="0" marL="0" rtl="0" algn="l">
              <a:spcBef>
                <a:spcPts val="0"/>
              </a:spcBef>
              <a:spcAft>
                <a:spcPts val="0"/>
              </a:spcAft>
              <a:buSzPts val="1200"/>
              <a:buNone/>
            </a:pPr>
            <a:r>
              <a:rPr lang="ru-RU" sz="1200"/>
              <a:t>results/arx_pooled/ofi/BAC/window_02/metrics.csv</a:t>
            </a:r>
            <a:endParaRPr/>
          </a:p>
          <a:p>
            <a:pPr indent="0" lvl="0" marL="0" rtl="0" algn="l">
              <a:spcBef>
                <a:spcPts val="0"/>
              </a:spcBef>
              <a:spcAft>
                <a:spcPts val="0"/>
              </a:spcAft>
              <a:buSzPts val="1200"/>
              <a:buNone/>
            </a:pPr>
            <a:r>
              <a:rPr lang="ru-RU" sz="1200"/>
              <a:t>results/arx_pooled/ofi/BAC/window_03/history.csv</a:t>
            </a:r>
            <a:endParaRPr/>
          </a:p>
          <a:p>
            <a:pPr indent="0" lvl="0" marL="0" rtl="0" algn="l">
              <a:spcBef>
                <a:spcPts val="0"/>
              </a:spcBef>
              <a:spcAft>
                <a:spcPts val="0"/>
              </a:spcAft>
              <a:buSzPts val="1200"/>
              <a:buNone/>
            </a:pPr>
            <a:r>
              <a:rPr lang="ru-RU" sz="1200"/>
              <a:t>results/arx_pooled/ofi/BAC/window_03/metrics.csv</a:t>
            </a:r>
            <a:endParaRPr/>
          </a:p>
          <a:p>
            <a:pPr indent="0" lvl="0" marL="0" rtl="0" algn="l">
              <a:spcBef>
                <a:spcPts val="0"/>
              </a:spcBef>
              <a:spcAft>
                <a:spcPts val="0"/>
              </a:spcAft>
              <a:buSzPts val="1200"/>
              <a:buNone/>
            </a:pPr>
            <a:r>
              <a:rPr lang="ru-RU" sz="1200"/>
              <a:t>results/arx_pooled/ofi/BSX/window_01/history.csv</a:t>
            </a:r>
            <a:endParaRPr/>
          </a:p>
          <a:p>
            <a:pPr indent="0" lvl="0" marL="0" rtl="0" algn="l">
              <a:spcBef>
                <a:spcPts val="0"/>
              </a:spcBef>
              <a:spcAft>
                <a:spcPts val="0"/>
              </a:spcAft>
              <a:buSzPts val="1200"/>
              <a:buNone/>
            </a:pPr>
            <a:r>
              <a:rPr lang="ru-RU" sz="1200"/>
              <a:t>results/arx_pooled/ofi/BSX/window_01/metrics.csv</a:t>
            </a:r>
            <a:endParaRPr/>
          </a:p>
          <a:p>
            <a:pPr indent="0" lvl="0" marL="0" rtl="0" algn="l">
              <a:spcBef>
                <a:spcPts val="0"/>
              </a:spcBef>
              <a:spcAft>
                <a:spcPts val="0"/>
              </a:spcAft>
              <a:buSzPts val="1200"/>
              <a:buNone/>
            </a:pPr>
            <a:r>
              <a:rPr lang="ru-RU" sz="1200"/>
              <a:t>results/arx_pooled/ofi/BSX/window_02/history.csv</a:t>
            </a:r>
            <a:endParaRPr/>
          </a:p>
          <a:p>
            <a:pPr indent="0" lvl="0" marL="0" rtl="0" algn="l">
              <a:spcBef>
                <a:spcPts val="0"/>
              </a:spcBef>
              <a:spcAft>
                <a:spcPts val="0"/>
              </a:spcAft>
              <a:buSzPts val="1200"/>
              <a:buNone/>
            </a:pPr>
            <a:r>
              <a:rPr lang="ru-RU" sz="1200"/>
              <a:t>results/arx_pooled/ofi/BSX/window_02/metrics.csv</a:t>
            </a:r>
            <a:endParaRPr/>
          </a:p>
          <a:p>
            <a:pPr indent="0" lvl="0" marL="0" rtl="0" algn="l">
              <a:spcBef>
                <a:spcPts val="0"/>
              </a:spcBef>
              <a:spcAft>
                <a:spcPts val="0"/>
              </a:spcAft>
              <a:buSzPts val="1200"/>
              <a:buNone/>
            </a:pPr>
            <a:r>
              <a:rPr lang="ru-RU" sz="1200"/>
              <a:t>results/arx_pooled/ofi/BSX/window_03/history.csv</a:t>
            </a:r>
            <a:endParaRPr/>
          </a:p>
          <a:p>
            <a:pPr indent="0" lvl="0" marL="0" rtl="0" algn="l">
              <a:spcBef>
                <a:spcPts val="0"/>
              </a:spcBef>
              <a:spcAft>
                <a:spcPts val="0"/>
              </a:spcAft>
              <a:buSzPts val="1200"/>
              <a:buNone/>
            </a:pPr>
            <a:r>
              <a:rPr lang="ru-RU" sz="1200"/>
              <a:t>results/arx_pooled/ofi/BSX/window_03/metrics.csv</a:t>
            </a:r>
            <a:endParaRPr/>
          </a:p>
          <a:p>
            <a:pPr indent="0" lvl="0" marL="0" rtl="0" algn="l">
              <a:spcBef>
                <a:spcPts val="0"/>
              </a:spcBef>
              <a:spcAft>
                <a:spcPts val="0"/>
              </a:spcAft>
              <a:buSzPts val="1200"/>
              <a:buNone/>
            </a:pPr>
            <a:r>
              <a:rPr lang="ru-RU" sz="1200"/>
              <a:t>results/arx_pooled/ofi/CTSH/window_01/history.csv</a:t>
            </a:r>
            <a:endParaRPr/>
          </a:p>
          <a:p>
            <a:pPr indent="0" lvl="0" marL="0" rtl="0" algn="l">
              <a:spcBef>
                <a:spcPts val="0"/>
              </a:spcBef>
              <a:spcAft>
                <a:spcPts val="0"/>
              </a:spcAft>
              <a:buSzPts val="1200"/>
              <a:buNone/>
            </a:pPr>
            <a:r>
              <a:rPr lang="ru-RU" sz="1200"/>
              <a:t>results/arx_pooled/ofi/CTSH/window_01/metrics.csv</a:t>
            </a:r>
            <a:endParaRPr/>
          </a:p>
          <a:p>
            <a:pPr indent="0" lvl="0" marL="0" rtl="0" algn="l">
              <a:spcBef>
                <a:spcPts val="0"/>
              </a:spcBef>
              <a:spcAft>
                <a:spcPts val="0"/>
              </a:spcAft>
              <a:buSzPts val="1200"/>
              <a:buNone/>
            </a:pPr>
            <a:r>
              <a:rPr lang="ru-RU" sz="1200"/>
              <a:t>results/arx_pooled/ofi/CTSH/window_02/history.csv</a:t>
            </a:r>
            <a:endParaRPr/>
          </a:p>
          <a:p>
            <a:pPr indent="0" lvl="0" marL="0" rtl="0" algn="l">
              <a:spcBef>
                <a:spcPts val="0"/>
              </a:spcBef>
              <a:spcAft>
                <a:spcPts val="0"/>
              </a:spcAft>
              <a:buSzPts val="1200"/>
              <a:buNone/>
            </a:pPr>
            <a:r>
              <a:rPr lang="ru-RU" sz="1200"/>
              <a:t>results/arx_pooled/ofi/CTSH/window_02/metrics.csv</a:t>
            </a:r>
            <a:endParaRPr/>
          </a:p>
          <a:p>
            <a:pPr indent="0" lvl="0" marL="0" rtl="0" algn="l">
              <a:spcBef>
                <a:spcPts val="0"/>
              </a:spcBef>
              <a:spcAft>
                <a:spcPts val="0"/>
              </a:spcAft>
              <a:buSzPts val="1200"/>
              <a:buNone/>
            </a:pPr>
            <a:r>
              <a:rPr lang="ru-RU" sz="1200"/>
              <a:t>results/arx_pooled/ofi/CTSH/window_03/history.csv</a:t>
            </a:r>
            <a:endParaRPr/>
          </a:p>
          <a:p>
            <a:pPr indent="0" lvl="0" marL="0" rtl="0" algn="l">
              <a:spcBef>
                <a:spcPts val="0"/>
              </a:spcBef>
              <a:spcAft>
                <a:spcPts val="0"/>
              </a:spcAft>
              <a:buSzPts val="1200"/>
              <a:buNone/>
            </a:pPr>
            <a:r>
              <a:rPr lang="ru-RU" sz="1200"/>
              <a:t>results/arx_pooled/ofi/CTSH/window_03/metrics.csv</a:t>
            </a:r>
            <a:endParaRPr/>
          </a:p>
          <a:p>
            <a:pPr indent="0" lvl="0" marL="0" rtl="0" algn="l">
              <a:spcBef>
                <a:spcPts val="0"/>
              </a:spcBef>
              <a:spcAft>
                <a:spcPts val="0"/>
              </a:spcAft>
              <a:buSzPts val="1200"/>
              <a:buNone/>
            </a:pPr>
            <a:r>
              <a:rPr lang="ru-RU" sz="1200"/>
              <a:t>results/arx_pooled/ofi/DIS/window_01/history.csv</a:t>
            </a:r>
            <a:endParaRPr/>
          </a:p>
          <a:p>
            <a:pPr indent="0" lvl="0" marL="0" rtl="0" algn="l">
              <a:spcBef>
                <a:spcPts val="0"/>
              </a:spcBef>
              <a:spcAft>
                <a:spcPts val="0"/>
              </a:spcAft>
              <a:buSzPts val="1200"/>
              <a:buNone/>
            </a:pPr>
            <a:r>
              <a:rPr lang="ru-RU" sz="1200"/>
              <a:t>results/arx_pooled/ofi/DIS/window_01/metrics.csv</a:t>
            </a:r>
            <a:endParaRPr/>
          </a:p>
          <a:p>
            <a:pPr indent="0" lvl="0" marL="0" rtl="0" algn="l">
              <a:spcBef>
                <a:spcPts val="0"/>
              </a:spcBef>
              <a:spcAft>
                <a:spcPts val="0"/>
              </a:spcAft>
              <a:buSzPts val="1200"/>
              <a:buNone/>
            </a:pPr>
            <a:r>
              <a:rPr lang="ru-RU" sz="1200"/>
              <a:t>results/arx_pooled/ofi/DIS/window_02/history.csv</a:t>
            </a:r>
            <a:endParaRPr/>
          </a:p>
          <a:p>
            <a:pPr indent="0" lvl="0" marL="0" rtl="0" algn="l">
              <a:spcBef>
                <a:spcPts val="0"/>
              </a:spcBef>
              <a:spcAft>
                <a:spcPts val="0"/>
              </a:spcAft>
              <a:buSzPts val="1200"/>
              <a:buNone/>
            </a:pPr>
            <a:r>
              <a:rPr lang="ru-RU" sz="1200"/>
              <a:t>results/arx_pooled/ofi/DIS/window_02/metrics.csv</a:t>
            </a:r>
            <a:endParaRPr/>
          </a:p>
          <a:p>
            <a:pPr indent="0" lvl="0" marL="0" rtl="0" algn="l">
              <a:spcBef>
                <a:spcPts val="0"/>
              </a:spcBef>
              <a:spcAft>
                <a:spcPts val="0"/>
              </a:spcAft>
              <a:buSzPts val="1200"/>
              <a:buNone/>
            </a:pPr>
            <a:r>
              <a:rPr lang="ru-RU" sz="1200"/>
              <a:t>results/arx_pooled/ofi/DIS/window_03/history.csv</a:t>
            </a:r>
            <a:endParaRPr/>
          </a:p>
          <a:p>
            <a:pPr indent="0" lvl="0" marL="0" rtl="0" algn="l">
              <a:spcBef>
                <a:spcPts val="0"/>
              </a:spcBef>
              <a:spcAft>
                <a:spcPts val="0"/>
              </a:spcAft>
              <a:buSzPts val="1200"/>
              <a:buNone/>
            </a:pPr>
            <a:r>
              <a:rPr lang="ru-RU" sz="1200"/>
              <a:t>results/arx_pooled/ofi/DIS/window_03/metrics.csv</a:t>
            </a:r>
            <a:endParaRPr/>
          </a:p>
          <a:p>
            <a:pPr indent="0" lvl="0" marL="0" rtl="0" algn="l">
              <a:spcBef>
                <a:spcPts val="0"/>
              </a:spcBef>
              <a:spcAft>
                <a:spcPts val="0"/>
              </a:spcAft>
              <a:buSzPts val="1200"/>
              <a:buNone/>
            </a:pPr>
            <a:r>
              <a:rPr lang="ru-RU" sz="1200"/>
              <a:t>results/arx_pooled/ofi/MO/window_01/history.csv</a:t>
            </a:r>
            <a:endParaRPr/>
          </a:p>
          <a:p>
            <a:pPr indent="0" lvl="0" marL="0" rtl="0" algn="l">
              <a:spcBef>
                <a:spcPts val="0"/>
              </a:spcBef>
              <a:spcAft>
                <a:spcPts val="0"/>
              </a:spcAft>
              <a:buSzPts val="1200"/>
              <a:buNone/>
            </a:pPr>
            <a:r>
              <a:rPr lang="ru-RU" sz="1200"/>
              <a:t>results/arx_pooled/ofi/MO/window_01/metrics.csv</a:t>
            </a:r>
            <a:endParaRPr/>
          </a:p>
          <a:p>
            <a:pPr indent="0" lvl="0" marL="0" rtl="0" algn="l">
              <a:spcBef>
                <a:spcPts val="0"/>
              </a:spcBef>
              <a:spcAft>
                <a:spcPts val="0"/>
              </a:spcAft>
              <a:buSzPts val="1200"/>
              <a:buNone/>
            </a:pPr>
            <a:r>
              <a:rPr lang="ru-RU" sz="1200"/>
              <a:t>results/arx_pooled/ofi/MO/window_02/history.csv</a:t>
            </a:r>
            <a:endParaRPr/>
          </a:p>
          <a:p>
            <a:pPr indent="0" lvl="0" marL="0" rtl="0" algn="l">
              <a:spcBef>
                <a:spcPts val="0"/>
              </a:spcBef>
              <a:spcAft>
                <a:spcPts val="0"/>
              </a:spcAft>
              <a:buSzPts val="1200"/>
              <a:buNone/>
            </a:pPr>
            <a:r>
              <a:rPr lang="ru-RU" sz="1200"/>
              <a:t>results/arx_pooled/ofi/MO/window_02/metrics.csv</a:t>
            </a:r>
            <a:endParaRPr/>
          </a:p>
          <a:p>
            <a:pPr indent="0" lvl="0" marL="0" rtl="0" algn="l">
              <a:spcBef>
                <a:spcPts val="0"/>
              </a:spcBef>
              <a:spcAft>
                <a:spcPts val="0"/>
              </a:spcAft>
              <a:buSzPts val="1200"/>
              <a:buNone/>
            </a:pPr>
            <a:r>
              <a:rPr lang="ru-RU" sz="1200"/>
              <a:t>results/arx_pooled/ofi/MO/window_03/history.csv</a:t>
            </a:r>
            <a:endParaRPr/>
          </a:p>
          <a:p>
            <a:pPr indent="0" lvl="0" marL="0" rtl="0" algn="l">
              <a:spcBef>
                <a:spcPts val="0"/>
              </a:spcBef>
              <a:spcAft>
                <a:spcPts val="0"/>
              </a:spcAft>
              <a:buSzPts val="1200"/>
              <a:buNone/>
            </a:pPr>
            <a:r>
              <a:rPr lang="ru-RU" sz="1200"/>
              <a:t>results/arx_pooled/ofi/MO/window_03/metrics.csv</a:t>
            </a:r>
            <a:endParaRPr/>
          </a:p>
          <a:p>
            <a:pPr indent="0" lvl="0" marL="0" rtl="0" algn="l">
              <a:spcBef>
                <a:spcPts val="0"/>
              </a:spcBef>
              <a:spcAft>
                <a:spcPts val="0"/>
              </a:spcAft>
              <a:buSzPts val="1200"/>
              <a:buNone/>
            </a:pPr>
            <a:r>
              <a:rPr lang="ru-RU" sz="1200"/>
              <a:t>results/arx_pooled/ofi/NEE/window_01/history.csv</a:t>
            </a:r>
            <a:endParaRPr/>
          </a:p>
          <a:p>
            <a:pPr indent="0" lvl="0" marL="0" rtl="0" algn="l">
              <a:spcBef>
                <a:spcPts val="0"/>
              </a:spcBef>
              <a:spcAft>
                <a:spcPts val="0"/>
              </a:spcAft>
              <a:buSzPts val="1200"/>
              <a:buNone/>
            </a:pPr>
            <a:r>
              <a:rPr lang="ru-RU" sz="1200"/>
              <a:t>results/arx_pooled/ofi/NEE/window_01/metrics.csv</a:t>
            </a:r>
            <a:endParaRPr/>
          </a:p>
          <a:p>
            <a:pPr indent="0" lvl="0" marL="0" rtl="0" algn="l">
              <a:spcBef>
                <a:spcPts val="0"/>
              </a:spcBef>
              <a:spcAft>
                <a:spcPts val="0"/>
              </a:spcAft>
              <a:buSzPts val="1200"/>
              <a:buNone/>
            </a:pPr>
            <a:r>
              <a:rPr lang="ru-RU" sz="1200"/>
              <a:t>results/arx_pooled/ofi/NEE/window_02/history.csv</a:t>
            </a:r>
            <a:endParaRPr/>
          </a:p>
          <a:p>
            <a:pPr indent="0" lvl="0" marL="0" rtl="0" algn="l">
              <a:spcBef>
                <a:spcPts val="0"/>
              </a:spcBef>
              <a:spcAft>
                <a:spcPts val="0"/>
              </a:spcAft>
              <a:buSzPts val="1200"/>
              <a:buNone/>
            </a:pPr>
            <a:r>
              <a:rPr lang="ru-RU" sz="1200"/>
              <a:t>results/arx_pooled/ofi/NEE/window_02/metrics.csv</a:t>
            </a:r>
            <a:endParaRPr/>
          </a:p>
          <a:p>
            <a:pPr indent="0" lvl="0" marL="0" rtl="0" algn="l">
              <a:spcBef>
                <a:spcPts val="0"/>
              </a:spcBef>
              <a:spcAft>
                <a:spcPts val="0"/>
              </a:spcAft>
              <a:buSzPts val="1200"/>
              <a:buNone/>
            </a:pPr>
            <a:r>
              <a:rPr lang="ru-RU" sz="1200"/>
              <a:t>results/arx_pooled/ofi/NEE/window_03/history.csv</a:t>
            </a:r>
            <a:endParaRPr/>
          </a:p>
          <a:p>
            <a:pPr indent="0" lvl="0" marL="0" rtl="0" algn="l">
              <a:spcBef>
                <a:spcPts val="0"/>
              </a:spcBef>
              <a:spcAft>
                <a:spcPts val="0"/>
              </a:spcAft>
              <a:buSzPts val="1200"/>
              <a:buNone/>
            </a:pPr>
            <a:r>
              <a:rPr lang="ru-RU" sz="1200"/>
              <a:t>results/arx_pooled/ofi/NEE/window_03/metrics.csv</a:t>
            </a:r>
            <a:endParaRPr/>
          </a:p>
          <a:p>
            <a:pPr indent="0" lvl="0" marL="0" rtl="0" algn="l">
              <a:spcBef>
                <a:spcPts val="0"/>
              </a:spcBef>
              <a:spcAft>
                <a:spcPts val="0"/>
              </a:spcAft>
              <a:buSzPts val="1200"/>
              <a:buNone/>
            </a:pPr>
            <a:r>
              <a:rPr lang="ru-RU" sz="1200"/>
              <a:t>results/arx_pooled/ofi/NKE/window_01/history.csv</a:t>
            </a:r>
            <a:endParaRPr/>
          </a:p>
          <a:p>
            <a:pPr indent="0" lvl="0" marL="0" rtl="0" algn="l">
              <a:spcBef>
                <a:spcPts val="0"/>
              </a:spcBef>
              <a:spcAft>
                <a:spcPts val="0"/>
              </a:spcAft>
              <a:buSzPts val="1200"/>
              <a:buNone/>
            </a:pPr>
            <a:r>
              <a:rPr lang="ru-RU" sz="1200"/>
              <a:t>results/arx_pooled/ofi/NKE/window_01/metrics.csv</a:t>
            </a:r>
            <a:endParaRPr/>
          </a:p>
          <a:p>
            <a:pPr indent="0" lvl="0" marL="0" rtl="0" algn="l">
              <a:spcBef>
                <a:spcPts val="0"/>
              </a:spcBef>
              <a:spcAft>
                <a:spcPts val="0"/>
              </a:spcAft>
              <a:buSzPts val="1200"/>
              <a:buNone/>
            </a:pPr>
            <a:r>
              <a:rPr lang="ru-RU" sz="1200"/>
              <a:t>results/arx_pooled/ofi/NKE/window_02/history.csv</a:t>
            </a:r>
            <a:endParaRPr/>
          </a:p>
          <a:p>
            <a:pPr indent="0" lvl="0" marL="0" rtl="0" algn="l">
              <a:spcBef>
                <a:spcPts val="0"/>
              </a:spcBef>
              <a:spcAft>
                <a:spcPts val="0"/>
              </a:spcAft>
              <a:buSzPts val="1200"/>
              <a:buNone/>
            </a:pPr>
            <a:r>
              <a:rPr lang="ru-RU" sz="1200"/>
              <a:t>results/arx_pooled/ofi/NKE/window_02/metrics.csv</a:t>
            </a:r>
            <a:endParaRPr/>
          </a:p>
          <a:p>
            <a:pPr indent="0" lvl="0" marL="0" rtl="0" algn="l">
              <a:spcBef>
                <a:spcPts val="0"/>
              </a:spcBef>
              <a:spcAft>
                <a:spcPts val="0"/>
              </a:spcAft>
              <a:buSzPts val="1200"/>
              <a:buNone/>
            </a:pPr>
            <a:r>
              <a:rPr lang="ru-RU" sz="1200"/>
              <a:t>results/arx_pooled/ofi/NKE/window_03/history.csv</a:t>
            </a:r>
            <a:endParaRPr/>
          </a:p>
          <a:p>
            <a:pPr indent="0" lvl="0" marL="0" rtl="0" algn="l">
              <a:spcBef>
                <a:spcPts val="0"/>
              </a:spcBef>
              <a:spcAft>
                <a:spcPts val="0"/>
              </a:spcAft>
              <a:buSzPts val="1200"/>
              <a:buNone/>
            </a:pPr>
            <a:r>
              <a:rPr lang="ru-RU" sz="1200"/>
              <a:t>results/arx_pooled/ofi/NKE/window_03/metrics.csv</a:t>
            </a:r>
            <a:endParaRPr/>
          </a:p>
          <a:p>
            <a:pPr indent="0" lvl="0" marL="0" rtl="0" algn="l">
              <a:spcBef>
                <a:spcPts val="0"/>
              </a:spcBef>
              <a:spcAft>
                <a:spcPts val="0"/>
              </a:spcAft>
              <a:buSzPts val="1200"/>
              <a:buNone/>
            </a:pPr>
            <a:r>
              <a:rPr lang="ru-RU" sz="1200"/>
              <a:t>results/arx_pooled/ofi/OXY/window_01/history.csv</a:t>
            </a:r>
            <a:endParaRPr/>
          </a:p>
          <a:p>
            <a:pPr indent="0" lvl="0" marL="0" rtl="0" algn="l">
              <a:spcBef>
                <a:spcPts val="0"/>
              </a:spcBef>
              <a:spcAft>
                <a:spcPts val="0"/>
              </a:spcAft>
              <a:buSzPts val="1200"/>
              <a:buNone/>
            </a:pPr>
            <a:r>
              <a:rPr lang="ru-RU" sz="1200"/>
              <a:t>results/arx_pooled/ofi/OXY/window_01/metrics.csv</a:t>
            </a:r>
            <a:endParaRPr/>
          </a:p>
          <a:p>
            <a:pPr indent="0" lvl="0" marL="0" rtl="0" algn="l">
              <a:spcBef>
                <a:spcPts val="0"/>
              </a:spcBef>
              <a:spcAft>
                <a:spcPts val="0"/>
              </a:spcAft>
              <a:buSzPts val="1200"/>
              <a:buNone/>
            </a:pPr>
            <a:r>
              <a:rPr lang="ru-RU" sz="1200"/>
              <a:t>results/arx_pooled/ofi/OXY/window_02/history.csv</a:t>
            </a:r>
            <a:endParaRPr/>
          </a:p>
          <a:p>
            <a:pPr indent="0" lvl="0" marL="0" rtl="0" algn="l">
              <a:spcBef>
                <a:spcPts val="0"/>
              </a:spcBef>
              <a:spcAft>
                <a:spcPts val="0"/>
              </a:spcAft>
              <a:buSzPts val="1200"/>
              <a:buNone/>
            </a:pPr>
            <a:r>
              <a:rPr lang="ru-RU" sz="1200"/>
              <a:t>results/arx_pooled/ofi/OXY/window_02/metrics.csv</a:t>
            </a:r>
            <a:endParaRPr/>
          </a:p>
          <a:p>
            <a:pPr indent="0" lvl="0" marL="0" rtl="0" algn="l">
              <a:spcBef>
                <a:spcPts val="0"/>
              </a:spcBef>
              <a:spcAft>
                <a:spcPts val="0"/>
              </a:spcAft>
              <a:buSzPts val="1200"/>
              <a:buNone/>
            </a:pPr>
            <a:r>
              <a:rPr lang="ru-RU" sz="1200"/>
              <a:t>results/arx_pooled/ofi/OXY/window_03/history.csv</a:t>
            </a:r>
            <a:endParaRPr/>
          </a:p>
          <a:p>
            <a:pPr indent="0" lvl="0" marL="0" rtl="0" algn="l">
              <a:spcBef>
                <a:spcPts val="0"/>
              </a:spcBef>
              <a:spcAft>
                <a:spcPts val="0"/>
              </a:spcAft>
              <a:buSzPts val="1200"/>
              <a:buNone/>
            </a:pPr>
            <a:r>
              <a:rPr lang="ru-RU" sz="1200"/>
              <a:t>results/arx_pooled/ofi/OXY/window_03/metrics.csv</a:t>
            </a:r>
            <a:endParaRPr/>
          </a:p>
          <a:p>
            <a:pPr indent="0" lvl="0" marL="0" rtl="0" algn="l">
              <a:spcBef>
                <a:spcPts val="0"/>
              </a:spcBef>
              <a:spcAft>
                <a:spcPts val="0"/>
              </a:spcAft>
              <a:buSzPts val="1200"/>
              <a:buNone/>
            </a:pPr>
            <a:r>
              <a:rPr lang="ru-RU" sz="1200"/>
              <a:t>results/arx_pooled/ofi/UBER/window_01/history.csv</a:t>
            </a:r>
            <a:endParaRPr/>
          </a:p>
          <a:p>
            <a:pPr indent="0" lvl="0" marL="0" rtl="0" algn="l">
              <a:spcBef>
                <a:spcPts val="0"/>
              </a:spcBef>
              <a:spcAft>
                <a:spcPts val="0"/>
              </a:spcAft>
              <a:buSzPts val="1200"/>
              <a:buNone/>
            </a:pPr>
            <a:r>
              <a:rPr lang="ru-RU" sz="1200"/>
              <a:t>results/arx_pooled/ofi/UBER/window_01/metrics.csv</a:t>
            </a:r>
            <a:endParaRPr/>
          </a:p>
          <a:p>
            <a:pPr indent="0" lvl="0" marL="0" rtl="0" algn="l">
              <a:spcBef>
                <a:spcPts val="0"/>
              </a:spcBef>
              <a:spcAft>
                <a:spcPts val="0"/>
              </a:spcAft>
              <a:buSzPts val="1200"/>
              <a:buNone/>
            </a:pPr>
            <a:r>
              <a:rPr lang="ru-RU" sz="1200"/>
              <a:t>results/arx_pooled/ofi/UBER/window_02/history.csv</a:t>
            </a:r>
            <a:endParaRPr/>
          </a:p>
          <a:p>
            <a:pPr indent="0" lvl="0" marL="0" rtl="0" algn="l">
              <a:spcBef>
                <a:spcPts val="0"/>
              </a:spcBef>
              <a:spcAft>
                <a:spcPts val="0"/>
              </a:spcAft>
              <a:buSzPts val="1200"/>
              <a:buNone/>
            </a:pPr>
            <a:r>
              <a:rPr lang="ru-RU" sz="1200"/>
              <a:t>results/arx_pooled/ofi/UBER/window_02/metrics.csv</a:t>
            </a:r>
            <a:endParaRPr/>
          </a:p>
          <a:p>
            <a:pPr indent="0" lvl="0" marL="0" rtl="0" algn="l">
              <a:spcBef>
                <a:spcPts val="0"/>
              </a:spcBef>
              <a:spcAft>
                <a:spcPts val="0"/>
              </a:spcAft>
              <a:buSzPts val="1200"/>
              <a:buNone/>
            </a:pPr>
            <a:r>
              <a:rPr lang="ru-RU" sz="1200"/>
              <a:t>results/arx_pooled/ofi/UBER/window_03/history.csv</a:t>
            </a:r>
            <a:endParaRPr/>
          </a:p>
          <a:p>
            <a:pPr indent="0" lvl="0" marL="0" rtl="0" algn="l">
              <a:spcBef>
                <a:spcPts val="0"/>
              </a:spcBef>
              <a:spcAft>
                <a:spcPts val="0"/>
              </a:spcAft>
              <a:buSzPts val="1200"/>
              <a:buNone/>
            </a:pPr>
            <a:r>
              <a:rPr lang="ru-RU" sz="1200"/>
              <a:t>results/arx_pooled/ofi/UBER/window_03/metrics.csv</a:t>
            </a:r>
            <a:endParaRPr/>
          </a:p>
          <a:p>
            <a:pPr indent="0" lvl="0" marL="0" rtl="0" algn="l">
              <a:spcBef>
                <a:spcPts val="0"/>
              </a:spcBef>
              <a:spcAft>
                <a:spcPts val="0"/>
              </a:spcAft>
              <a:buSzPts val="1200"/>
              <a:buNone/>
            </a:pPr>
            <a:r>
              <a:rPr lang="ru-RU" sz="1200"/>
              <a:t>results/arx_pooled/ofi/USB/window_01/history.csv</a:t>
            </a:r>
            <a:endParaRPr/>
          </a:p>
          <a:p>
            <a:pPr indent="0" lvl="0" marL="0" rtl="0" algn="l">
              <a:spcBef>
                <a:spcPts val="0"/>
              </a:spcBef>
              <a:spcAft>
                <a:spcPts val="0"/>
              </a:spcAft>
              <a:buSzPts val="1200"/>
              <a:buNone/>
            </a:pPr>
            <a:r>
              <a:rPr lang="ru-RU" sz="1200"/>
              <a:t>results/arx_pooled/ofi/USB/window_01/metrics.csv</a:t>
            </a:r>
            <a:endParaRPr/>
          </a:p>
          <a:p>
            <a:pPr indent="0" lvl="0" marL="0" rtl="0" algn="l">
              <a:spcBef>
                <a:spcPts val="0"/>
              </a:spcBef>
              <a:spcAft>
                <a:spcPts val="0"/>
              </a:spcAft>
              <a:buSzPts val="1200"/>
              <a:buNone/>
            </a:pPr>
            <a:r>
              <a:rPr lang="ru-RU" sz="1200"/>
              <a:t>results/arx_pooled/ofi/USB/window_02/history.csv</a:t>
            </a:r>
            <a:endParaRPr/>
          </a:p>
          <a:p>
            <a:pPr indent="0" lvl="0" marL="0" rtl="0" algn="l">
              <a:spcBef>
                <a:spcPts val="0"/>
              </a:spcBef>
              <a:spcAft>
                <a:spcPts val="0"/>
              </a:spcAft>
              <a:buSzPts val="1200"/>
              <a:buNone/>
            </a:pPr>
            <a:r>
              <a:rPr lang="ru-RU" sz="1200"/>
              <a:t>results/arx_pooled/ofi/USB/window_02/metrics.csv</a:t>
            </a:r>
            <a:endParaRPr/>
          </a:p>
          <a:p>
            <a:pPr indent="0" lvl="0" marL="0" rtl="0" algn="l">
              <a:spcBef>
                <a:spcPts val="0"/>
              </a:spcBef>
              <a:spcAft>
                <a:spcPts val="0"/>
              </a:spcAft>
              <a:buSzPts val="1200"/>
              <a:buNone/>
            </a:pPr>
            <a:r>
              <a:rPr lang="ru-RU" sz="1200"/>
              <a:t>results/arx_pooled/ofi/USB/window_03/history.csv</a:t>
            </a:r>
            <a:endParaRPr/>
          </a:p>
          <a:p>
            <a:pPr indent="0" lvl="0" marL="0" rtl="0" algn="l">
              <a:spcBef>
                <a:spcPts val="0"/>
              </a:spcBef>
              <a:spcAft>
                <a:spcPts val="0"/>
              </a:spcAft>
              <a:buSzPts val="1200"/>
              <a:buNone/>
            </a:pPr>
            <a:r>
              <a:rPr lang="ru-RU" sz="1200"/>
              <a:t>results/arx_pooled/ofi/USB/window_03/metrics.csv</a:t>
            </a:r>
            <a:endParaRPr/>
          </a:p>
          <a:p>
            <a:pPr indent="0" lvl="0" marL="0" rtl="0" algn="l">
              <a:spcBef>
                <a:spcPts val="0"/>
              </a:spcBef>
              <a:spcAft>
                <a:spcPts val="0"/>
              </a:spcAft>
              <a:buSzPts val="1200"/>
              <a:buNone/>
            </a:pPr>
            <a:r>
              <a:rPr lang="ru-RU" sz="1200"/>
              <a:t>results/arx_pooled/ofi/VZ/window_01/history.csv</a:t>
            </a:r>
            <a:endParaRPr/>
          </a:p>
          <a:p>
            <a:pPr indent="0" lvl="0" marL="0" rtl="0" algn="l">
              <a:spcBef>
                <a:spcPts val="0"/>
              </a:spcBef>
              <a:spcAft>
                <a:spcPts val="0"/>
              </a:spcAft>
              <a:buSzPts val="1200"/>
              <a:buNone/>
            </a:pPr>
            <a:r>
              <a:rPr lang="ru-RU" sz="1200"/>
              <a:t>results/arx_pooled/ofi/VZ/window_01/metrics.csv</a:t>
            </a:r>
            <a:endParaRPr/>
          </a:p>
          <a:p>
            <a:pPr indent="0" lvl="0" marL="0" rtl="0" algn="l">
              <a:spcBef>
                <a:spcPts val="0"/>
              </a:spcBef>
              <a:spcAft>
                <a:spcPts val="0"/>
              </a:spcAft>
              <a:buSzPts val="1200"/>
              <a:buNone/>
            </a:pPr>
            <a:r>
              <a:rPr lang="ru-RU" sz="1200"/>
              <a:t>results/arx_pooled/ofi/VZ/window_02/history.csv</a:t>
            </a:r>
            <a:endParaRPr/>
          </a:p>
          <a:p>
            <a:pPr indent="0" lvl="0" marL="0" rtl="0" algn="l">
              <a:spcBef>
                <a:spcPts val="0"/>
              </a:spcBef>
              <a:spcAft>
                <a:spcPts val="0"/>
              </a:spcAft>
              <a:buSzPts val="1200"/>
              <a:buNone/>
            </a:pPr>
            <a:r>
              <a:rPr lang="ru-RU" sz="1200"/>
              <a:t>results/arx_pooled/ofi/VZ/window_02/metrics.csv</a:t>
            </a:r>
            <a:endParaRPr/>
          </a:p>
          <a:p>
            <a:pPr indent="0" lvl="0" marL="0" rtl="0" algn="l">
              <a:spcBef>
                <a:spcPts val="0"/>
              </a:spcBef>
              <a:spcAft>
                <a:spcPts val="0"/>
              </a:spcAft>
              <a:buSzPts val="1200"/>
              <a:buNone/>
            </a:pPr>
            <a:r>
              <a:rPr lang="ru-RU" sz="1200"/>
              <a:t>results/arx_pooled/ofi/VZ/window_03/history.csv</a:t>
            </a:r>
            <a:endParaRPr/>
          </a:p>
          <a:p>
            <a:pPr indent="0" lvl="0" marL="0" rtl="0" algn="l">
              <a:spcBef>
                <a:spcPts val="0"/>
              </a:spcBef>
              <a:spcAft>
                <a:spcPts val="0"/>
              </a:spcAft>
              <a:buSzPts val="1200"/>
              <a:buNone/>
            </a:pPr>
            <a:r>
              <a:rPr lang="ru-RU" sz="1200"/>
              <a:t>results/arx_pooled/ofi/VZ/window_03/metrics.csv</a:t>
            </a:r>
            <a:endParaRPr/>
          </a:p>
          <a:p>
            <a:pPr indent="0" lvl="0" marL="0" rtl="0" algn="l">
              <a:spcBef>
                <a:spcPts val="0"/>
              </a:spcBef>
              <a:spcAft>
                <a:spcPts val="0"/>
              </a:spcAft>
              <a:buSzPts val="1200"/>
              <a:buNone/>
            </a:pPr>
            <a:r>
              <a:rPr lang="ru-RU" sz="1200"/>
              <a:t>results/arx_sgd/lob/BAC/window_01/history.csv</a:t>
            </a:r>
            <a:endParaRPr/>
          </a:p>
          <a:p>
            <a:pPr indent="0" lvl="0" marL="0" rtl="0" algn="l">
              <a:spcBef>
                <a:spcPts val="0"/>
              </a:spcBef>
              <a:spcAft>
                <a:spcPts val="0"/>
              </a:spcAft>
              <a:buSzPts val="1200"/>
              <a:buNone/>
            </a:pPr>
            <a:r>
              <a:rPr lang="ru-RU" sz="1200"/>
              <a:t>results/arx_sgd/lob/BAC/window_01/metrics.csv</a:t>
            </a:r>
            <a:endParaRPr/>
          </a:p>
          <a:p>
            <a:pPr indent="0" lvl="0" marL="0" rtl="0" algn="l">
              <a:spcBef>
                <a:spcPts val="0"/>
              </a:spcBef>
              <a:spcAft>
                <a:spcPts val="0"/>
              </a:spcAft>
              <a:buSzPts val="1200"/>
              <a:buNone/>
            </a:pPr>
            <a:r>
              <a:rPr lang="ru-RU" sz="1200"/>
              <a:t>results/arx_sgd/lob/BAC/window_02/history.csv</a:t>
            </a:r>
            <a:endParaRPr/>
          </a:p>
          <a:p>
            <a:pPr indent="0" lvl="0" marL="0" rtl="0" algn="l">
              <a:spcBef>
                <a:spcPts val="0"/>
              </a:spcBef>
              <a:spcAft>
                <a:spcPts val="0"/>
              </a:spcAft>
              <a:buSzPts val="1200"/>
              <a:buNone/>
            </a:pPr>
            <a:r>
              <a:rPr lang="ru-RU" sz="1200"/>
              <a:t>results/arx_sgd/lob/BAC/window_02/metrics.csv</a:t>
            </a:r>
            <a:endParaRPr/>
          </a:p>
          <a:p>
            <a:pPr indent="0" lvl="0" marL="0" rtl="0" algn="l">
              <a:spcBef>
                <a:spcPts val="0"/>
              </a:spcBef>
              <a:spcAft>
                <a:spcPts val="0"/>
              </a:spcAft>
              <a:buSzPts val="1200"/>
              <a:buNone/>
            </a:pPr>
            <a:r>
              <a:rPr lang="ru-RU" sz="1200"/>
              <a:t>results/arx_sgd/lob/BAC/window_03/history.csv</a:t>
            </a:r>
            <a:endParaRPr/>
          </a:p>
          <a:p>
            <a:pPr indent="0" lvl="0" marL="0" rtl="0" algn="l">
              <a:spcBef>
                <a:spcPts val="0"/>
              </a:spcBef>
              <a:spcAft>
                <a:spcPts val="0"/>
              </a:spcAft>
              <a:buSzPts val="1200"/>
              <a:buNone/>
            </a:pPr>
            <a:r>
              <a:rPr lang="ru-RU" sz="1200"/>
              <a:t>results/arx_sgd/lob/BAC/window_03/metrics.csv</a:t>
            </a:r>
            <a:endParaRPr/>
          </a:p>
          <a:p>
            <a:pPr indent="0" lvl="0" marL="0" rtl="0" algn="l">
              <a:spcBef>
                <a:spcPts val="0"/>
              </a:spcBef>
              <a:spcAft>
                <a:spcPts val="0"/>
              </a:spcAft>
              <a:buSzPts val="1200"/>
              <a:buNone/>
            </a:pPr>
            <a:r>
              <a:rPr lang="ru-RU" sz="1200"/>
              <a:t>results/arx_sgd/lob/NKE/window_01/history.csv</a:t>
            </a:r>
            <a:endParaRPr/>
          </a:p>
          <a:p>
            <a:pPr indent="0" lvl="0" marL="0" rtl="0" algn="l">
              <a:spcBef>
                <a:spcPts val="0"/>
              </a:spcBef>
              <a:spcAft>
                <a:spcPts val="0"/>
              </a:spcAft>
              <a:buSzPts val="1200"/>
              <a:buNone/>
            </a:pPr>
            <a:r>
              <a:rPr lang="ru-RU" sz="1200"/>
              <a:t>results/arx_sgd/lob/NKE/window_01/metrics.csv</a:t>
            </a:r>
            <a:endParaRPr/>
          </a:p>
          <a:p>
            <a:pPr indent="0" lvl="0" marL="0" rtl="0" algn="l">
              <a:spcBef>
                <a:spcPts val="0"/>
              </a:spcBef>
              <a:spcAft>
                <a:spcPts val="0"/>
              </a:spcAft>
              <a:buSzPts val="1200"/>
              <a:buNone/>
            </a:pPr>
            <a:r>
              <a:rPr lang="ru-RU" sz="1200"/>
              <a:t>results/arx_sgd/lob/NKE/window_02/history.csv</a:t>
            </a:r>
            <a:endParaRPr/>
          </a:p>
          <a:p>
            <a:pPr indent="0" lvl="0" marL="0" rtl="0" algn="l">
              <a:spcBef>
                <a:spcPts val="0"/>
              </a:spcBef>
              <a:spcAft>
                <a:spcPts val="0"/>
              </a:spcAft>
              <a:buSzPts val="1200"/>
              <a:buNone/>
            </a:pPr>
            <a:r>
              <a:rPr lang="ru-RU" sz="1200"/>
              <a:t>results/arx_sgd/lob/NKE/window_02/metrics.csv</a:t>
            </a:r>
            <a:endParaRPr/>
          </a:p>
          <a:p>
            <a:pPr indent="0" lvl="0" marL="0" rtl="0" algn="l">
              <a:spcBef>
                <a:spcPts val="0"/>
              </a:spcBef>
              <a:spcAft>
                <a:spcPts val="0"/>
              </a:spcAft>
              <a:buSzPts val="1200"/>
              <a:buNone/>
            </a:pPr>
            <a:r>
              <a:rPr lang="ru-RU" sz="1200"/>
              <a:t>results/arx_sgd/lob/NKE/window_03/history.csv</a:t>
            </a:r>
            <a:endParaRPr/>
          </a:p>
          <a:p>
            <a:pPr indent="0" lvl="0" marL="0" rtl="0" algn="l">
              <a:spcBef>
                <a:spcPts val="0"/>
              </a:spcBef>
              <a:spcAft>
                <a:spcPts val="0"/>
              </a:spcAft>
              <a:buSzPts val="1200"/>
              <a:buNone/>
            </a:pPr>
            <a:r>
              <a:rPr lang="ru-RU" sz="1200"/>
              <a:t>results/arx_sgd/lob/NKE/window_03/metrics.csv</a:t>
            </a:r>
            <a:endParaRPr/>
          </a:p>
          <a:p>
            <a:pPr indent="0" lvl="0" marL="0" rtl="0" algn="l">
              <a:spcBef>
                <a:spcPts val="0"/>
              </a:spcBef>
              <a:spcAft>
                <a:spcPts val="0"/>
              </a:spcAft>
              <a:buSzPts val="1200"/>
              <a:buNone/>
            </a:pPr>
            <a:r>
              <a:rPr lang="ru-RU" sz="1200"/>
              <a:t>results/arx_sgd/lob/OXY/window_01/history.csv</a:t>
            </a:r>
            <a:endParaRPr/>
          </a:p>
          <a:p>
            <a:pPr indent="0" lvl="0" marL="0" rtl="0" algn="l">
              <a:spcBef>
                <a:spcPts val="0"/>
              </a:spcBef>
              <a:spcAft>
                <a:spcPts val="0"/>
              </a:spcAft>
              <a:buSzPts val="1200"/>
              <a:buNone/>
            </a:pPr>
            <a:r>
              <a:rPr lang="ru-RU" sz="1200"/>
              <a:t>results/arx_sgd/lob/OXY/window_01/metrics.csv</a:t>
            </a:r>
            <a:endParaRPr/>
          </a:p>
          <a:p>
            <a:pPr indent="0" lvl="0" marL="0" rtl="0" algn="l">
              <a:spcBef>
                <a:spcPts val="0"/>
              </a:spcBef>
              <a:spcAft>
                <a:spcPts val="0"/>
              </a:spcAft>
              <a:buSzPts val="1200"/>
              <a:buNone/>
            </a:pPr>
            <a:r>
              <a:rPr lang="ru-RU" sz="1200"/>
              <a:t>results/arx_sgd/lob/OXY/window_02/history.csv</a:t>
            </a:r>
            <a:endParaRPr/>
          </a:p>
          <a:p>
            <a:pPr indent="0" lvl="0" marL="0" rtl="0" algn="l">
              <a:spcBef>
                <a:spcPts val="0"/>
              </a:spcBef>
              <a:spcAft>
                <a:spcPts val="0"/>
              </a:spcAft>
              <a:buSzPts val="1200"/>
              <a:buNone/>
            </a:pPr>
            <a:r>
              <a:rPr lang="ru-RU" sz="1200"/>
              <a:t>results/arx_sgd/lob/OXY/window_02/metrics.csv</a:t>
            </a:r>
            <a:endParaRPr/>
          </a:p>
          <a:p>
            <a:pPr indent="0" lvl="0" marL="0" rtl="0" algn="l">
              <a:spcBef>
                <a:spcPts val="0"/>
              </a:spcBef>
              <a:spcAft>
                <a:spcPts val="0"/>
              </a:spcAft>
              <a:buSzPts val="1200"/>
              <a:buNone/>
            </a:pPr>
            <a:r>
              <a:rPr lang="ru-RU" sz="1200"/>
              <a:t>results/arx_sgd/lob/OXY/window_03/history.csv</a:t>
            </a:r>
            <a:endParaRPr/>
          </a:p>
          <a:p>
            <a:pPr indent="0" lvl="0" marL="0" rtl="0" algn="l">
              <a:spcBef>
                <a:spcPts val="0"/>
              </a:spcBef>
              <a:spcAft>
                <a:spcPts val="0"/>
              </a:spcAft>
              <a:buSzPts val="1200"/>
              <a:buNone/>
            </a:pPr>
            <a:r>
              <a:rPr lang="ru-RU" sz="1200"/>
              <a:t>results/arx_sgd/lob/OXY/window_03/metrics.csv</a:t>
            </a:r>
            <a:endParaRPr/>
          </a:p>
          <a:p>
            <a:pPr indent="0" lvl="0" marL="0" rtl="0" algn="l">
              <a:spcBef>
                <a:spcPts val="0"/>
              </a:spcBef>
              <a:spcAft>
                <a:spcPts val="0"/>
              </a:spcAft>
              <a:buSzPts val="1200"/>
              <a:buNone/>
            </a:pPr>
            <a:r>
              <a:rPr lang="ru-RU" sz="1200"/>
              <a:t>results/arx_sgd/lob/UBER/window_01/history.csv</a:t>
            </a:r>
            <a:endParaRPr/>
          </a:p>
          <a:p>
            <a:pPr indent="0" lvl="0" marL="0" rtl="0" algn="l">
              <a:spcBef>
                <a:spcPts val="0"/>
              </a:spcBef>
              <a:spcAft>
                <a:spcPts val="0"/>
              </a:spcAft>
              <a:buSzPts val="1200"/>
              <a:buNone/>
            </a:pPr>
            <a:r>
              <a:rPr lang="ru-RU" sz="1200"/>
              <a:t>results/arx_sgd/lob/UBER/window_01/metrics.csv</a:t>
            </a:r>
            <a:endParaRPr/>
          </a:p>
          <a:p>
            <a:pPr indent="0" lvl="0" marL="0" rtl="0" algn="l">
              <a:spcBef>
                <a:spcPts val="0"/>
              </a:spcBef>
              <a:spcAft>
                <a:spcPts val="0"/>
              </a:spcAft>
              <a:buSzPts val="1200"/>
              <a:buNone/>
            </a:pPr>
            <a:r>
              <a:rPr lang="ru-RU" sz="1200"/>
              <a:t>results/arx_sgd/lob/UBER/window_02/history.csv</a:t>
            </a:r>
            <a:endParaRPr/>
          </a:p>
          <a:p>
            <a:pPr indent="0" lvl="0" marL="0" rtl="0" algn="l">
              <a:spcBef>
                <a:spcPts val="0"/>
              </a:spcBef>
              <a:spcAft>
                <a:spcPts val="0"/>
              </a:spcAft>
              <a:buSzPts val="1200"/>
              <a:buNone/>
            </a:pPr>
            <a:r>
              <a:rPr lang="ru-RU" sz="1200"/>
              <a:t>results/arx_sgd/lob/UBER/window_02/metrics.csv</a:t>
            </a:r>
            <a:endParaRPr/>
          </a:p>
          <a:p>
            <a:pPr indent="0" lvl="0" marL="0" rtl="0" algn="l">
              <a:spcBef>
                <a:spcPts val="0"/>
              </a:spcBef>
              <a:spcAft>
                <a:spcPts val="0"/>
              </a:spcAft>
              <a:buSzPts val="1200"/>
              <a:buNone/>
            </a:pPr>
            <a:r>
              <a:rPr lang="ru-RU" sz="1200"/>
              <a:t>results/arx_sgd/lob/UBER/window_03/history.csv</a:t>
            </a:r>
            <a:endParaRPr/>
          </a:p>
          <a:p>
            <a:pPr indent="0" lvl="0" marL="0" rtl="0" algn="l">
              <a:spcBef>
                <a:spcPts val="0"/>
              </a:spcBef>
              <a:spcAft>
                <a:spcPts val="0"/>
              </a:spcAft>
              <a:buSzPts val="1200"/>
              <a:buNone/>
            </a:pPr>
            <a:r>
              <a:rPr lang="ru-RU" sz="1200"/>
              <a:t>results/arx_sgd/lob/UBER/window_03/metrics.csv</a:t>
            </a:r>
            <a:endParaRPr/>
          </a:p>
          <a:p>
            <a:pPr indent="0" lvl="0" marL="0" rtl="0" algn="l">
              <a:spcBef>
                <a:spcPts val="0"/>
              </a:spcBef>
              <a:spcAft>
                <a:spcPts val="0"/>
              </a:spcAft>
              <a:buSzPts val="1200"/>
              <a:buNone/>
            </a:pPr>
            <a:r>
              <a:rPr lang="ru-RU" sz="1200"/>
              <a:t>results/arx_sgd/lob/USB/window_01/history.csv</a:t>
            </a:r>
            <a:endParaRPr/>
          </a:p>
          <a:p>
            <a:pPr indent="0" lvl="0" marL="0" rtl="0" algn="l">
              <a:spcBef>
                <a:spcPts val="0"/>
              </a:spcBef>
              <a:spcAft>
                <a:spcPts val="0"/>
              </a:spcAft>
              <a:buSzPts val="1200"/>
              <a:buNone/>
            </a:pPr>
            <a:r>
              <a:rPr lang="ru-RU" sz="1200"/>
              <a:t>results/arx_sgd/lob/USB/window_01/metrics.csv</a:t>
            </a:r>
            <a:endParaRPr/>
          </a:p>
          <a:p>
            <a:pPr indent="0" lvl="0" marL="0" rtl="0" algn="l">
              <a:spcBef>
                <a:spcPts val="0"/>
              </a:spcBef>
              <a:spcAft>
                <a:spcPts val="0"/>
              </a:spcAft>
              <a:buSzPts val="1200"/>
              <a:buNone/>
            </a:pPr>
            <a:r>
              <a:rPr lang="ru-RU" sz="1200"/>
              <a:t>results/arx_sgd/lob/USB/window_02/history.csv</a:t>
            </a:r>
            <a:endParaRPr/>
          </a:p>
          <a:p>
            <a:pPr indent="0" lvl="0" marL="0" rtl="0" algn="l">
              <a:spcBef>
                <a:spcPts val="0"/>
              </a:spcBef>
              <a:spcAft>
                <a:spcPts val="0"/>
              </a:spcAft>
              <a:buSzPts val="1200"/>
              <a:buNone/>
            </a:pPr>
            <a:r>
              <a:rPr lang="ru-RU" sz="1200"/>
              <a:t>results/arx_sgd/lob/USB/window_02/metrics.csv</a:t>
            </a:r>
            <a:endParaRPr/>
          </a:p>
          <a:p>
            <a:pPr indent="0" lvl="0" marL="0" rtl="0" algn="l">
              <a:spcBef>
                <a:spcPts val="0"/>
              </a:spcBef>
              <a:spcAft>
                <a:spcPts val="0"/>
              </a:spcAft>
              <a:buSzPts val="1200"/>
              <a:buNone/>
            </a:pPr>
            <a:r>
              <a:rPr lang="ru-RU" sz="1200"/>
              <a:t>results/arx_sgd/lob/USB/window_03/history.csv</a:t>
            </a:r>
            <a:endParaRPr/>
          </a:p>
          <a:p>
            <a:pPr indent="0" lvl="0" marL="0" rtl="0" algn="l">
              <a:spcBef>
                <a:spcPts val="0"/>
              </a:spcBef>
              <a:spcAft>
                <a:spcPts val="0"/>
              </a:spcAft>
              <a:buSzPts val="1200"/>
              <a:buNone/>
            </a:pPr>
            <a:r>
              <a:rPr lang="ru-RU" sz="1200"/>
              <a:t>results/arx_sgd/lob/USB/window_03/metrics.csv</a:t>
            </a:r>
            <a:endParaRPr/>
          </a:p>
          <a:p>
            <a:pPr indent="0" lvl="0" marL="0" rtl="0" algn="l">
              <a:spcBef>
                <a:spcPts val="0"/>
              </a:spcBef>
              <a:spcAft>
                <a:spcPts val="0"/>
              </a:spcAft>
              <a:buSzPts val="1200"/>
              <a:buNone/>
            </a:pPr>
            <a:r>
              <a:rPr lang="ru-RU" sz="1200"/>
              <a:t>results/arx_sgd/lob/VZ/window_01/history.csv</a:t>
            </a:r>
            <a:endParaRPr/>
          </a:p>
          <a:p>
            <a:pPr indent="0" lvl="0" marL="0" rtl="0" algn="l">
              <a:spcBef>
                <a:spcPts val="0"/>
              </a:spcBef>
              <a:spcAft>
                <a:spcPts val="0"/>
              </a:spcAft>
              <a:buSzPts val="1200"/>
              <a:buNone/>
            </a:pPr>
            <a:r>
              <a:rPr lang="ru-RU" sz="1200"/>
              <a:t>results/arx_sgd/lob/VZ/window_01/metrics.csv</a:t>
            </a:r>
            <a:endParaRPr/>
          </a:p>
          <a:p>
            <a:pPr indent="0" lvl="0" marL="0" rtl="0" algn="l">
              <a:spcBef>
                <a:spcPts val="0"/>
              </a:spcBef>
              <a:spcAft>
                <a:spcPts val="0"/>
              </a:spcAft>
              <a:buSzPts val="1200"/>
              <a:buNone/>
            </a:pPr>
            <a:r>
              <a:rPr lang="ru-RU" sz="1200"/>
              <a:t>results/arx_sgd/lob/VZ/window_02/history.csv</a:t>
            </a:r>
            <a:endParaRPr/>
          </a:p>
          <a:p>
            <a:pPr indent="0" lvl="0" marL="0" rtl="0" algn="l">
              <a:spcBef>
                <a:spcPts val="0"/>
              </a:spcBef>
              <a:spcAft>
                <a:spcPts val="0"/>
              </a:spcAft>
              <a:buSzPts val="1200"/>
              <a:buNone/>
            </a:pPr>
            <a:r>
              <a:rPr lang="ru-RU" sz="1200"/>
              <a:t>results/arx_sgd/lob/VZ/window_02/metrics.csv</a:t>
            </a:r>
            <a:endParaRPr/>
          </a:p>
          <a:p>
            <a:pPr indent="0" lvl="0" marL="0" rtl="0" algn="l">
              <a:spcBef>
                <a:spcPts val="0"/>
              </a:spcBef>
              <a:spcAft>
                <a:spcPts val="0"/>
              </a:spcAft>
              <a:buSzPts val="1200"/>
              <a:buNone/>
            </a:pPr>
            <a:r>
              <a:rPr lang="ru-RU" sz="1200"/>
              <a:t>results/arx_sgd/lob/VZ/window_03/history.csv</a:t>
            </a:r>
            <a:endParaRPr/>
          </a:p>
          <a:p>
            <a:pPr indent="0" lvl="0" marL="0" rtl="0" algn="l">
              <a:spcBef>
                <a:spcPts val="0"/>
              </a:spcBef>
              <a:spcAft>
                <a:spcPts val="0"/>
              </a:spcAft>
              <a:buSzPts val="1200"/>
              <a:buNone/>
            </a:pPr>
            <a:r>
              <a:rPr lang="ru-RU" sz="1200"/>
              <a:t>results/arx_sgd/lob/VZ/window_03/metrics.csv</a:t>
            </a:r>
            <a:endParaRPr/>
          </a:p>
          <a:p>
            <a:pPr indent="0" lvl="0" marL="0" rtl="0" algn="l">
              <a:spcBef>
                <a:spcPts val="0"/>
              </a:spcBef>
              <a:spcAft>
                <a:spcPts val="0"/>
              </a:spcAft>
              <a:buSzPts val="1200"/>
              <a:buNone/>
            </a:pPr>
            <a:r>
              <a:rPr lang="ru-RU" sz="1200"/>
              <a:t>results/arx_sgd/of/BAC/window_01/history.csv</a:t>
            </a:r>
            <a:endParaRPr/>
          </a:p>
          <a:p>
            <a:pPr indent="0" lvl="0" marL="0" rtl="0" algn="l">
              <a:spcBef>
                <a:spcPts val="0"/>
              </a:spcBef>
              <a:spcAft>
                <a:spcPts val="0"/>
              </a:spcAft>
              <a:buSzPts val="1200"/>
              <a:buNone/>
            </a:pPr>
            <a:r>
              <a:rPr lang="ru-RU" sz="1200"/>
              <a:t>results/arx_sgd/of/BAC/window_01/metrics.csv</a:t>
            </a:r>
            <a:endParaRPr/>
          </a:p>
          <a:p>
            <a:pPr indent="0" lvl="0" marL="0" rtl="0" algn="l">
              <a:spcBef>
                <a:spcPts val="0"/>
              </a:spcBef>
              <a:spcAft>
                <a:spcPts val="0"/>
              </a:spcAft>
              <a:buSzPts val="1200"/>
              <a:buNone/>
            </a:pPr>
            <a:r>
              <a:rPr lang="ru-RU" sz="1200"/>
              <a:t>results/arx_sgd/of/BAC/window_02/history.csv</a:t>
            </a:r>
            <a:endParaRPr/>
          </a:p>
          <a:p>
            <a:pPr indent="0" lvl="0" marL="0" rtl="0" algn="l">
              <a:spcBef>
                <a:spcPts val="0"/>
              </a:spcBef>
              <a:spcAft>
                <a:spcPts val="0"/>
              </a:spcAft>
              <a:buSzPts val="1200"/>
              <a:buNone/>
            </a:pPr>
            <a:r>
              <a:rPr lang="ru-RU" sz="1200"/>
              <a:t>results/arx_sgd/of/BAC/window_02/metrics.csv</a:t>
            </a:r>
            <a:endParaRPr/>
          </a:p>
          <a:p>
            <a:pPr indent="0" lvl="0" marL="0" rtl="0" algn="l">
              <a:spcBef>
                <a:spcPts val="0"/>
              </a:spcBef>
              <a:spcAft>
                <a:spcPts val="0"/>
              </a:spcAft>
              <a:buSzPts val="1200"/>
              <a:buNone/>
            </a:pPr>
            <a:r>
              <a:rPr lang="ru-RU" sz="1200"/>
              <a:t>results/arx_sgd/of/BAC/window_03/history.csv</a:t>
            </a:r>
            <a:endParaRPr/>
          </a:p>
          <a:p>
            <a:pPr indent="0" lvl="0" marL="0" rtl="0" algn="l">
              <a:spcBef>
                <a:spcPts val="0"/>
              </a:spcBef>
              <a:spcAft>
                <a:spcPts val="0"/>
              </a:spcAft>
              <a:buSzPts val="1200"/>
              <a:buNone/>
            </a:pPr>
            <a:r>
              <a:rPr lang="ru-RU" sz="1200"/>
              <a:t>results/arx_sgd/of/BAC/window_03/metrics.csv</a:t>
            </a:r>
            <a:endParaRPr/>
          </a:p>
          <a:p>
            <a:pPr indent="0" lvl="0" marL="0" rtl="0" algn="l">
              <a:spcBef>
                <a:spcPts val="0"/>
              </a:spcBef>
              <a:spcAft>
                <a:spcPts val="0"/>
              </a:spcAft>
              <a:buSzPts val="1200"/>
              <a:buNone/>
            </a:pPr>
            <a:r>
              <a:rPr lang="ru-RU" sz="1200"/>
              <a:t>results/arx_sgd/of/NKE/window_01/history.csv</a:t>
            </a:r>
            <a:endParaRPr/>
          </a:p>
          <a:p>
            <a:pPr indent="0" lvl="0" marL="0" rtl="0" algn="l">
              <a:spcBef>
                <a:spcPts val="0"/>
              </a:spcBef>
              <a:spcAft>
                <a:spcPts val="0"/>
              </a:spcAft>
              <a:buSzPts val="1200"/>
              <a:buNone/>
            </a:pPr>
            <a:r>
              <a:rPr lang="ru-RU" sz="1200"/>
              <a:t>results/arx_sgd/of/NKE/window_01/metrics.csv</a:t>
            </a:r>
            <a:endParaRPr/>
          </a:p>
          <a:p>
            <a:pPr indent="0" lvl="0" marL="0" rtl="0" algn="l">
              <a:spcBef>
                <a:spcPts val="0"/>
              </a:spcBef>
              <a:spcAft>
                <a:spcPts val="0"/>
              </a:spcAft>
              <a:buSzPts val="1200"/>
              <a:buNone/>
            </a:pPr>
            <a:r>
              <a:rPr lang="ru-RU" sz="1200"/>
              <a:t>results/arx_sgd/of/NKE/window_02/history.csv</a:t>
            </a:r>
            <a:endParaRPr/>
          </a:p>
          <a:p>
            <a:pPr indent="0" lvl="0" marL="0" rtl="0" algn="l">
              <a:spcBef>
                <a:spcPts val="0"/>
              </a:spcBef>
              <a:spcAft>
                <a:spcPts val="0"/>
              </a:spcAft>
              <a:buSzPts val="1200"/>
              <a:buNone/>
            </a:pPr>
            <a:r>
              <a:rPr lang="ru-RU" sz="1200"/>
              <a:t>results/arx_sgd/of/NKE/window_02/metrics.csv</a:t>
            </a:r>
            <a:endParaRPr/>
          </a:p>
          <a:p>
            <a:pPr indent="0" lvl="0" marL="0" rtl="0" algn="l">
              <a:spcBef>
                <a:spcPts val="0"/>
              </a:spcBef>
              <a:spcAft>
                <a:spcPts val="0"/>
              </a:spcAft>
              <a:buSzPts val="1200"/>
              <a:buNone/>
            </a:pPr>
            <a:r>
              <a:rPr lang="ru-RU" sz="1200"/>
              <a:t>results/arx_sgd/of/NKE/window_03/history.csv</a:t>
            </a:r>
            <a:endParaRPr/>
          </a:p>
          <a:p>
            <a:pPr indent="0" lvl="0" marL="0" rtl="0" algn="l">
              <a:spcBef>
                <a:spcPts val="0"/>
              </a:spcBef>
              <a:spcAft>
                <a:spcPts val="0"/>
              </a:spcAft>
              <a:buSzPts val="1200"/>
              <a:buNone/>
            </a:pPr>
            <a:r>
              <a:rPr lang="ru-RU" sz="1200"/>
              <a:t>results/arx_sgd/of/NKE/window_03/metrics.csv</a:t>
            </a:r>
            <a:endParaRPr/>
          </a:p>
          <a:p>
            <a:pPr indent="0" lvl="0" marL="0" rtl="0" algn="l">
              <a:spcBef>
                <a:spcPts val="0"/>
              </a:spcBef>
              <a:spcAft>
                <a:spcPts val="0"/>
              </a:spcAft>
              <a:buSzPts val="1200"/>
              <a:buNone/>
            </a:pPr>
            <a:r>
              <a:rPr lang="ru-RU" sz="1200"/>
              <a:t>results/arx_sgd/of/OXY/window_01/history.csv</a:t>
            </a:r>
            <a:endParaRPr/>
          </a:p>
          <a:p>
            <a:pPr indent="0" lvl="0" marL="0" rtl="0" algn="l">
              <a:spcBef>
                <a:spcPts val="0"/>
              </a:spcBef>
              <a:spcAft>
                <a:spcPts val="0"/>
              </a:spcAft>
              <a:buSzPts val="1200"/>
              <a:buNone/>
            </a:pPr>
            <a:r>
              <a:rPr lang="ru-RU" sz="1200"/>
              <a:t>results/arx_sgd/of/OXY/window_01/metrics.csv</a:t>
            </a:r>
            <a:endParaRPr/>
          </a:p>
          <a:p>
            <a:pPr indent="0" lvl="0" marL="0" rtl="0" algn="l">
              <a:spcBef>
                <a:spcPts val="0"/>
              </a:spcBef>
              <a:spcAft>
                <a:spcPts val="0"/>
              </a:spcAft>
              <a:buSzPts val="1200"/>
              <a:buNone/>
            </a:pPr>
            <a:r>
              <a:rPr lang="ru-RU" sz="1200"/>
              <a:t>results/arx_sgd/of/OXY/window_02/history.csv</a:t>
            </a:r>
            <a:endParaRPr/>
          </a:p>
          <a:p>
            <a:pPr indent="0" lvl="0" marL="0" rtl="0" algn="l">
              <a:spcBef>
                <a:spcPts val="0"/>
              </a:spcBef>
              <a:spcAft>
                <a:spcPts val="0"/>
              </a:spcAft>
              <a:buSzPts val="1200"/>
              <a:buNone/>
            </a:pPr>
            <a:r>
              <a:rPr lang="ru-RU" sz="1200"/>
              <a:t>results/arx_sgd/of/OXY/window_02/metrics.csv</a:t>
            </a:r>
            <a:endParaRPr/>
          </a:p>
          <a:p>
            <a:pPr indent="0" lvl="0" marL="0" rtl="0" algn="l">
              <a:spcBef>
                <a:spcPts val="0"/>
              </a:spcBef>
              <a:spcAft>
                <a:spcPts val="0"/>
              </a:spcAft>
              <a:buSzPts val="1200"/>
              <a:buNone/>
            </a:pPr>
            <a:r>
              <a:rPr lang="ru-RU" sz="1200"/>
              <a:t>results/arx_sgd/of/OXY/window_03/history.csv</a:t>
            </a:r>
            <a:endParaRPr/>
          </a:p>
          <a:p>
            <a:pPr indent="0" lvl="0" marL="0" rtl="0" algn="l">
              <a:spcBef>
                <a:spcPts val="0"/>
              </a:spcBef>
              <a:spcAft>
                <a:spcPts val="0"/>
              </a:spcAft>
              <a:buSzPts val="1200"/>
              <a:buNone/>
            </a:pPr>
            <a:r>
              <a:rPr lang="ru-RU" sz="1200"/>
              <a:t>results/arx_sgd/of/OXY/window_03/metrics.csv</a:t>
            </a:r>
            <a:endParaRPr/>
          </a:p>
          <a:p>
            <a:pPr indent="0" lvl="0" marL="0" rtl="0" algn="l">
              <a:spcBef>
                <a:spcPts val="0"/>
              </a:spcBef>
              <a:spcAft>
                <a:spcPts val="0"/>
              </a:spcAft>
              <a:buSzPts val="1200"/>
              <a:buNone/>
            </a:pPr>
            <a:r>
              <a:rPr lang="ru-RU" sz="1200"/>
              <a:t>results/arx_sgd/of/UBER/window_01/history.csv</a:t>
            </a:r>
            <a:endParaRPr/>
          </a:p>
          <a:p>
            <a:pPr indent="0" lvl="0" marL="0" rtl="0" algn="l">
              <a:spcBef>
                <a:spcPts val="0"/>
              </a:spcBef>
              <a:spcAft>
                <a:spcPts val="0"/>
              </a:spcAft>
              <a:buSzPts val="1200"/>
              <a:buNone/>
            </a:pPr>
            <a:r>
              <a:rPr lang="ru-RU" sz="1200"/>
              <a:t>results/arx_sgd/of/UBER/window_01/metrics.csv</a:t>
            </a:r>
            <a:endParaRPr/>
          </a:p>
          <a:p>
            <a:pPr indent="0" lvl="0" marL="0" rtl="0" algn="l">
              <a:spcBef>
                <a:spcPts val="0"/>
              </a:spcBef>
              <a:spcAft>
                <a:spcPts val="0"/>
              </a:spcAft>
              <a:buSzPts val="1200"/>
              <a:buNone/>
            </a:pPr>
            <a:r>
              <a:rPr lang="ru-RU" sz="1200"/>
              <a:t>results/arx_sgd/of/UBER/window_02/history.csv</a:t>
            </a:r>
            <a:endParaRPr/>
          </a:p>
          <a:p>
            <a:pPr indent="0" lvl="0" marL="0" rtl="0" algn="l">
              <a:spcBef>
                <a:spcPts val="0"/>
              </a:spcBef>
              <a:spcAft>
                <a:spcPts val="0"/>
              </a:spcAft>
              <a:buSzPts val="1200"/>
              <a:buNone/>
            </a:pPr>
            <a:r>
              <a:rPr lang="ru-RU" sz="1200"/>
              <a:t>results/arx_sgd/of/UBER/window_02/metrics.csv</a:t>
            </a:r>
            <a:endParaRPr/>
          </a:p>
          <a:p>
            <a:pPr indent="0" lvl="0" marL="0" rtl="0" algn="l">
              <a:spcBef>
                <a:spcPts val="0"/>
              </a:spcBef>
              <a:spcAft>
                <a:spcPts val="0"/>
              </a:spcAft>
              <a:buSzPts val="1200"/>
              <a:buNone/>
            </a:pPr>
            <a:r>
              <a:rPr lang="ru-RU" sz="1200"/>
              <a:t>results/arx_sgd/of/UBER/window_03/history.csv</a:t>
            </a:r>
            <a:endParaRPr/>
          </a:p>
          <a:p>
            <a:pPr indent="0" lvl="0" marL="0" rtl="0" algn="l">
              <a:spcBef>
                <a:spcPts val="0"/>
              </a:spcBef>
              <a:spcAft>
                <a:spcPts val="0"/>
              </a:spcAft>
              <a:buSzPts val="1200"/>
              <a:buNone/>
            </a:pPr>
            <a:r>
              <a:rPr lang="ru-RU" sz="1200"/>
              <a:t>results/arx_sgd/of/UBER/window_03/metrics.csv</a:t>
            </a:r>
            <a:endParaRPr/>
          </a:p>
          <a:p>
            <a:pPr indent="0" lvl="0" marL="0" rtl="0" algn="l">
              <a:spcBef>
                <a:spcPts val="0"/>
              </a:spcBef>
              <a:spcAft>
                <a:spcPts val="0"/>
              </a:spcAft>
              <a:buSzPts val="1200"/>
              <a:buNone/>
            </a:pPr>
            <a:r>
              <a:rPr lang="ru-RU" sz="1200"/>
              <a:t>results/arx_sgd/of/USB/window_01/history.csv</a:t>
            </a:r>
            <a:endParaRPr/>
          </a:p>
          <a:p>
            <a:pPr indent="0" lvl="0" marL="0" rtl="0" algn="l">
              <a:spcBef>
                <a:spcPts val="0"/>
              </a:spcBef>
              <a:spcAft>
                <a:spcPts val="0"/>
              </a:spcAft>
              <a:buSzPts val="1200"/>
              <a:buNone/>
            </a:pPr>
            <a:r>
              <a:rPr lang="ru-RU" sz="1200"/>
              <a:t>results/arx_sgd/of/USB/window_01/metrics.csv</a:t>
            </a:r>
            <a:endParaRPr/>
          </a:p>
          <a:p>
            <a:pPr indent="0" lvl="0" marL="0" rtl="0" algn="l">
              <a:spcBef>
                <a:spcPts val="0"/>
              </a:spcBef>
              <a:spcAft>
                <a:spcPts val="0"/>
              </a:spcAft>
              <a:buSzPts val="1200"/>
              <a:buNone/>
            </a:pPr>
            <a:r>
              <a:rPr lang="ru-RU" sz="1200"/>
              <a:t>results/arx_sgd/of/USB/window_02/history.csv</a:t>
            </a:r>
            <a:endParaRPr/>
          </a:p>
          <a:p>
            <a:pPr indent="0" lvl="0" marL="0" rtl="0" algn="l">
              <a:spcBef>
                <a:spcPts val="0"/>
              </a:spcBef>
              <a:spcAft>
                <a:spcPts val="0"/>
              </a:spcAft>
              <a:buSzPts val="1200"/>
              <a:buNone/>
            </a:pPr>
            <a:r>
              <a:rPr lang="ru-RU" sz="1200"/>
              <a:t>results/arx_sgd/of/USB/window_02/metrics.csv</a:t>
            </a:r>
            <a:endParaRPr/>
          </a:p>
          <a:p>
            <a:pPr indent="0" lvl="0" marL="0" rtl="0" algn="l">
              <a:spcBef>
                <a:spcPts val="0"/>
              </a:spcBef>
              <a:spcAft>
                <a:spcPts val="0"/>
              </a:spcAft>
              <a:buSzPts val="1200"/>
              <a:buNone/>
            </a:pPr>
            <a:r>
              <a:rPr lang="ru-RU" sz="1200"/>
              <a:t>results/arx_sgd/of/USB/window_03/history.csv</a:t>
            </a:r>
            <a:endParaRPr/>
          </a:p>
          <a:p>
            <a:pPr indent="0" lvl="0" marL="0" rtl="0" algn="l">
              <a:spcBef>
                <a:spcPts val="0"/>
              </a:spcBef>
              <a:spcAft>
                <a:spcPts val="0"/>
              </a:spcAft>
              <a:buSzPts val="1200"/>
              <a:buNone/>
            </a:pPr>
            <a:r>
              <a:rPr lang="ru-RU" sz="1200"/>
              <a:t>results/arx_sgd/of/USB/window_03/metrics.csv</a:t>
            </a:r>
            <a:endParaRPr/>
          </a:p>
          <a:p>
            <a:pPr indent="0" lvl="0" marL="0" rtl="0" algn="l">
              <a:spcBef>
                <a:spcPts val="0"/>
              </a:spcBef>
              <a:spcAft>
                <a:spcPts val="0"/>
              </a:spcAft>
              <a:buSzPts val="1200"/>
              <a:buNone/>
            </a:pPr>
            <a:r>
              <a:rPr lang="ru-RU" sz="1200"/>
              <a:t>results/arx_sgd/of/VZ/window_01/history.csv</a:t>
            </a:r>
            <a:endParaRPr/>
          </a:p>
          <a:p>
            <a:pPr indent="0" lvl="0" marL="0" rtl="0" algn="l">
              <a:spcBef>
                <a:spcPts val="0"/>
              </a:spcBef>
              <a:spcAft>
                <a:spcPts val="0"/>
              </a:spcAft>
              <a:buSzPts val="1200"/>
              <a:buNone/>
            </a:pPr>
            <a:r>
              <a:rPr lang="ru-RU" sz="1200"/>
              <a:t>results/arx_sgd/of/VZ/window_01/metrics.csv</a:t>
            </a:r>
            <a:endParaRPr/>
          </a:p>
          <a:p>
            <a:pPr indent="0" lvl="0" marL="0" rtl="0" algn="l">
              <a:spcBef>
                <a:spcPts val="0"/>
              </a:spcBef>
              <a:spcAft>
                <a:spcPts val="0"/>
              </a:spcAft>
              <a:buSzPts val="1200"/>
              <a:buNone/>
            </a:pPr>
            <a:r>
              <a:rPr lang="ru-RU" sz="1200"/>
              <a:t>results/arx_sgd/of/VZ/window_02/history.csv</a:t>
            </a:r>
            <a:endParaRPr/>
          </a:p>
          <a:p>
            <a:pPr indent="0" lvl="0" marL="0" rtl="0" algn="l">
              <a:spcBef>
                <a:spcPts val="0"/>
              </a:spcBef>
              <a:spcAft>
                <a:spcPts val="0"/>
              </a:spcAft>
              <a:buSzPts val="1200"/>
              <a:buNone/>
            </a:pPr>
            <a:r>
              <a:rPr lang="ru-RU" sz="1200"/>
              <a:t>results/arx_sgd/of/VZ/window_02/metrics.csv</a:t>
            </a:r>
            <a:endParaRPr/>
          </a:p>
          <a:p>
            <a:pPr indent="0" lvl="0" marL="0" rtl="0" algn="l">
              <a:spcBef>
                <a:spcPts val="0"/>
              </a:spcBef>
              <a:spcAft>
                <a:spcPts val="0"/>
              </a:spcAft>
              <a:buSzPts val="1200"/>
              <a:buNone/>
            </a:pPr>
            <a:r>
              <a:rPr lang="ru-RU" sz="1200"/>
              <a:t>results/arx_sgd/of/VZ/window_03/history.csv</a:t>
            </a:r>
            <a:endParaRPr/>
          </a:p>
          <a:p>
            <a:pPr indent="0" lvl="0" marL="0" rtl="0" algn="l">
              <a:spcBef>
                <a:spcPts val="0"/>
              </a:spcBef>
              <a:spcAft>
                <a:spcPts val="0"/>
              </a:spcAft>
              <a:buSzPts val="1200"/>
              <a:buNone/>
            </a:pPr>
            <a:r>
              <a:rPr lang="ru-RU" sz="1200"/>
              <a:t>results/arx_sgd/of/VZ/window_03/metrics.csv</a:t>
            </a:r>
            <a:endParaRPr/>
          </a:p>
          <a:p>
            <a:pPr indent="0" lvl="0" marL="0" rtl="0" algn="l">
              <a:spcBef>
                <a:spcPts val="0"/>
              </a:spcBef>
              <a:spcAft>
                <a:spcPts val="0"/>
              </a:spcAft>
              <a:buSzPts val="1200"/>
              <a:buNone/>
            </a:pPr>
            <a:r>
              <a:rPr lang="ru-RU" sz="1200"/>
              <a:t>results/arx_sgd/ofi/BAC/window_01/history.csv</a:t>
            </a:r>
            <a:endParaRPr/>
          </a:p>
          <a:p>
            <a:pPr indent="0" lvl="0" marL="0" rtl="0" algn="l">
              <a:spcBef>
                <a:spcPts val="0"/>
              </a:spcBef>
              <a:spcAft>
                <a:spcPts val="0"/>
              </a:spcAft>
              <a:buSzPts val="1200"/>
              <a:buNone/>
            </a:pPr>
            <a:r>
              <a:rPr lang="ru-RU" sz="1200"/>
              <a:t>results/arx_sgd/ofi/BAC/window_01/metrics.csv</a:t>
            </a:r>
            <a:endParaRPr/>
          </a:p>
          <a:p>
            <a:pPr indent="0" lvl="0" marL="0" rtl="0" algn="l">
              <a:spcBef>
                <a:spcPts val="0"/>
              </a:spcBef>
              <a:spcAft>
                <a:spcPts val="0"/>
              </a:spcAft>
              <a:buSzPts val="1200"/>
              <a:buNone/>
            </a:pPr>
            <a:r>
              <a:rPr lang="ru-RU" sz="1200"/>
              <a:t>results/arx_sgd/ofi/BAC/window_02/history.csv</a:t>
            </a:r>
            <a:endParaRPr/>
          </a:p>
          <a:p>
            <a:pPr indent="0" lvl="0" marL="0" rtl="0" algn="l">
              <a:spcBef>
                <a:spcPts val="0"/>
              </a:spcBef>
              <a:spcAft>
                <a:spcPts val="0"/>
              </a:spcAft>
              <a:buSzPts val="1200"/>
              <a:buNone/>
            </a:pPr>
            <a:r>
              <a:rPr lang="ru-RU" sz="1200"/>
              <a:t>results/arx_sgd/ofi/BAC/window_02/metrics.csv</a:t>
            </a:r>
            <a:endParaRPr/>
          </a:p>
          <a:p>
            <a:pPr indent="0" lvl="0" marL="0" rtl="0" algn="l">
              <a:spcBef>
                <a:spcPts val="0"/>
              </a:spcBef>
              <a:spcAft>
                <a:spcPts val="0"/>
              </a:spcAft>
              <a:buSzPts val="1200"/>
              <a:buNone/>
            </a:pPr>
            <a:r>
              <a:rPr lang="ru-RU" sz="1200"/>
              <a:t>results/arx_sgd/ofi/BAC/window_03/history.csv</a:t>
            </a:r>
            <a:endParaRPr/>
          </a:p>
          <a:p>
            <a:pPr indent="0" lvl="0" marL="0" rtl="0" algn="l">
              <a:spcBef>
                <a:spcPts val="0"/>
              </a:spcBef>
              <a:spcAft>
                <a:spcPts val="0"/>
              </a:spcAft>
              <a:buSzPts val="1200"/>
              <a:buNone/>
            </a:pPr>
            <a:r>
              <a:rPr lang="ru-RU" sz="1200"/>
              <a:t>results/arx_sgd/ofi/BAC/window_03/metrics.csv</a:t>
            </a:r>
            <a:endParaRPr/>
          </a:p>
          <a:p>
            <a:pPr indent="0" lvl="0" marL="0" rtl="0" algn="l">
              <a:spcBef>
                <a:spcPts val="0"/>
              </a:spcBef>
              <a:spcAft>
                <a:spcPts val="0"/>
              </a:spcAft>
              <a:buSzPts val="1200"/>
              <a:buNone/>
            </a:pPr>
            <a:r>
              <a:rPr lang="ru-RU" sz="1200"/>
              <a:t>results/arx_sgd/ofi/NKE/window_01/history.csv</a:t>
            </a:r>
            <a:endParaRPr/>
          </a:p>
          <a:p>
            <a:pPr indent="0" lvl="0" marL="0" rtl="0" algn="l">
              <a:spcBef>
                <a:spcPts val="0"/>
              </a:spcBef>
              <a:spcAft>
                <a:spcPts val="0"/>
              </a:spcAft>
              <a:buSzPts val="1200"/>
              <a:buNone/>
            </a:pPr>
            <a:r>
              <a:rPr lang="ru-RU" sz="1200"/>
              <a:t>results/arx_sgd/ofi/NKE/window_01/metrics.csv</a:t>
            </a:r>
            <a:endParaRPr/>
          </a:p>
          <a:p>
            <a:pPr indent="0" lvl="0" marL="0" rtl="0" algn="l">
              <a:spcBef>
                <a:spcPts val="0"/>
              </a:spcBef>
              <a:spcAft>
                <a:spcPts val="0"/>
              </a:spcAft>
              <a:buSzPts val="1200"/>
              <a:buNone/>
            </a:pPr>
            <a:r>
              <a:rPr lang="ru-RU" sz="1200"/>
              <a:t>results/arx_sgd/ofi/NKE/window_02/history.csv</a:t>
            </a:r>
            <a:endParaRPr/>
          </a:p>
          <a:p>
            <a:pPr indent="0" lvl="0" marL="0" rtl="0" algn="l">
              <a:spcBef>
                <a:spcPts val="0"/>
              </a:spcBef>
              <a:spcAft>
                <a:spcPts val="0"/>
              </a:spcAft>
              <a:buSzPts val="1200"/>
              <a:buNone/>
            </a:pPr>
            <a:r>
              <a:rPr lang="ru-RU" sz="1200"/>
              <a:t>results/arx_sgd/ofi/NKE/window_02/metrics.csv</a:t>
            </a:r>
            <a:endParaRPr/>
          </a:p>
          <a:p>
            <a:pPr indent="0" lvl="0" marL="0" rtl="0" algn="l">
              <a:spcBef>
                <a:spcPts val="0"/>
              </a:spcBef>
              <a:spcAft>
                <a:spcPts val="0"/>
              </a:spcAft>
              <a:buSzPts val="1200"/>
              <a:buNone/>
            </a:pPr>
            <a:r>
              <a:rPr lang="ru-RU" sz="1200"/>
              <a:t>results/arx_sgd/ofi/NKE/window_03/history.csv</a:t>
            </a:r>
            <a:endParaRPr/>
          </a:p>
          <a:p>
            <a:pPr indent="0" lvl="0" marL="0" rtl="0" algn="l">
              <a:spcBef>
                <a:spcPts val="0"/>
              </a:spcBef>
              <a:spcAft>
                <a:spcPts val="0"/>
              </a:spcAft>
              <a:buSzPts val="1200"/>
              <a:buNone/>
            </a:pPr>
            <a:r>
              <a:rPr lang="ru-RU" sz="1200"/>
              <a:t>results/arx_sgd/ofi/NKE/window_03/metrics.csv</a:t>
            </a:r>
            <a:endParaRPr/>
          </a:p>
          <a:p>
            <a:pPr indent="0" lvl="0" marL="0" rtl="0" algn="l">
              <a:spcBef>
                <a:spcPts val="0"/>
              </a:spcBef>
              <a:spcAft>
                <a:spcPts val="0"/>
              </a:spcAft>
              <a:buSzPts val="1200"/>
              <a:buNone/>
            </a:pPr>
            <a:r>
              <a:rPr lang="ru-RU" sz="1200"/>
              <a:t>results/arx_sgd/ofi/OXY/window_01/history.csv</a:t>
            </a:r>
            <a:endParaRPr/>
          </a:p>
          <a:p>
            <a:pPr indent="0" lvl="0" marL="0" rtl="0" algn="l">
              <a:spcBef>
                <a:spcPts val="0"/>
              </a:spcBef>
              <a:spcAft>
                <a:spcPts val="0"/>
              </a:spcAft>
              <a:buSzPts val="1200"/>
              <a:buNone/>
            </a:pPr>
            <a:r>
              <a:rPr lang="ru-RU" sz="1200"/>
              <a:t>results/arx_sgd/ofi/OXY/window_01/metrics.csv</a:t>
            </a:r>
            <a:endParaRPr/>
          </a:p>
          <a:p>
            <a:pPr indent="0" lvl="0" marL="0" rtl="0" algn="l">
              <a:spcBef>
                <a:spcPts val="0"/>
              </a:spcBef>
              <a:spcAft>
                <a:spcPts val="0"/>
              </a:spcAft>
              <a:buSzPts val="1200"/>
              <a:buNone/>
            </a:pPr>
            <a:r>
              <a:rPr lang="ru-RU" sz="1200"/>
              <a:t>results/arx_sgd/ofi/OXY/window_02/history.csv</a:t>
            </a:r>
            <a:endParaRPr/>
          </a:p>
          <a:p>
            <a:pPr indent="0" lvl="0" marL="0" rtl="0" algn="l">
              <a:spcBef>
                <a:spcPts val="0"/>
              </a:spcBef>
              <a:spcAft>
                <a:spcPts val="0"/>
              </a:spcAft>
              <a:buSzPts val="1200"/>
              <a:buNone/>
            </a:pPr>
            <a:r>
              <a:rPr lang="ru-RU" sz="1200"/>
              <a:t>results/arx_sgd/ofi/OXY/window_02/metrics.csv</a:t>
            </a:r>
            <a:endParaRPr/>
          </a:p>
          <a:p>
            <a:pPr indent="0" lvl="0" marL="0" rtl="0" algn="l">
              <a:spcBef>
                <a:spcPts val="0"/>
              </a:spcBef>
              <a:spcAft>
                <a:spcPts val="0"/>
              </a:spcAft>
              <a:buSzPts val="1200"/>
              <a:buNone/>
            </a:pPr>
            <a:r>
              <a:rPr lang="ru-RU" sz="1200"/>
              <a:t>results/arx_sgd/ofi/OXY/window_03/history.csv</a:t>
            </a:r>
            <a:endParaRPr/>
          </a:p>
          <a:p>
            <a:pPr indent="0" lvl="0" marL="0" rtl="0" algn="l">
              <a:spcBef>
                <a:spcPts val="0"/>
              </a:spcBef>
              <a:spcAft>
                <a:spcPts val="0"/>
              </a:spcAft>
              <a:buSzPts val="1200"/>
              <a:buNone/>
            </a:pPr>
            <a:r>
              <a:rPr lang="ru-RU" sz="1200"/>
              <a:t>results/arx_sgd/ofi/OXY/window_03/metrics.csv</a:t>
            </a:r>
            <a:endParaRPr/>
          </a:p>
          <a:p>
            <a:pPr indent="0" lvl="0" marL="0" rtl="0" algn="l">
              <a:spcBef>
                <a:spcPts val="0"/>
              </a:spcBef>
              <a:spcAft>
                <a:spcPts val="0"/>
              </a:spcAft>
              <a:buSzPts val="1200"/>
              <a:buNone/>
            </a:pPr>
            <a:r>
              <a:rPr lang="ru-RU" sz="1200"/>
              <a:t>results/arx_sgd/ofi/UBER/window_01/history.csv</a:t>
            </a:r>
            <a:endParaRPr/>
          </a:p>
          <a:p>
            <a:pPr indent="0" lvl="0" marL="0" rtl="0" algn="l">
              <a:spcBef>
                <a:spcPts val="0"/>
              </a:spcBef>
              <a:spcAft>
                <a:spcPts val="0"/>
              </a:spcAft>
              <a:buSzPts val="1200"/>
              <a:buNone/>
            </a:pPr>
            <a:r>
              <a:rPr lang="ru-RU" sz="1200"/>
              <a:t>results/arx_sgd/ofi/UBER/window_01/metrics.csv</a:t>
            </a:r>
            <a:endParaRPr/>
          </a:p>
          <a:p>
            <a:pPr indent="0" lvl="0" marL="0" rtl="0" algn="l">
              <a:spcBef>
                <a:spcPts val="0"/>
              </a:spcBef>
              <a:spcAft>
                <a:spcPts val="0"/>
              </a:spcAft>
              <a:buSzPts val="1200"/>
              <a:buNone/>
            </a:pPr>
            <a:r>
              <a:rPr lang="ru-RU" sz="1200"/>
              <a:t>results/arx_sgd/ofi/UBER/window_02/history.csv</a:t>
            </a:r>
            <a:endParaRPr/>
          </a:p>
          <a:p>
            <a:pPr indent="0" lvl="0" marL="0" rtl="0" algn="l">
              <a:spcBef>
                <a:spcPts val="0"/>
              </a:spcBef>
              <a:spcAft>
                <a:spcPts val="0"/>
              </a:spcAft>
              <a:buSzPts val="1200"/>
              <a:buNone/>
            </a:pPr>
            <a:r>
              <a:rPr lang="ru-RU" sz="1200"/>
              <a:t>results/arx_sgd/ofi/UBER/window_02/metrics.csv</a:t>
            </a:r>
            <a:endParaRPr/>
          </a:p>
          <a:p>
            <a:pPr indent="0" lvl="0" marL="0" rtl="0" algn="l">
              <a:spcBef>
                <a:spcPts val="0"/>
              </a:spcBef>
              <a:spcAft>
                <a:spcPts val="0"/>
              </a:spcAft>
              <a:buSzPts val="1200"/>
              <a:buNone/>
            </a:pPr>
            <a:r>
              <a:rPr lang="ru-RU" sz="1200"/>
              <a:t>results/arx_sgd/ofi/UBER/window_03/history.csv</a:t>
            </a:r>
            <a:endParaRPr/>
          </a:p>
          <a:p>
            <a:pPr indent="0" lvl="0" marL="0" rtl="0" algn="l">
              <a:spcBef>
                <a:spcPts val="0"/>
              </a:spcBef>
              <a:spcAft>
                <a:spcPts val="0"/>
              </a:spcAft>
              <a:buSzPts val="1200"/>
              <a:buNone/>
            </a:pPr>
            <a:r>
              <a:rPr lang="ru-RU" sz="1200"/>
              <a:t>results/arx_sgd/ofi/UBER/window_03/metrics.csv</a:t>
            </a:r>
            <a:endParaRPr/>
          </a:p>
          <a:p>
            <a:pPr indent="0" lvl="0" marL="0" rtl="0" algn="l">
              <a:spcBef>
                <a:spcPts val="0"/>
              </a:spcBef>
              <a:spcAft>
                <a:spcPts val="0"/>
              </a:spcAft>
              <a:buSzPts val="1200"/>
              <a:buNone/>
            </a:pPr>
            <a:r>
              <a:rPr lang="ru-RU" sz="1200"/>
              <a:t>results/arx_sgd/ofi/USB/window_01/history.csv</a:t>
            </a:r>
            <a:endParaRPr/>
          </a:p>
          <a:p>
            <a:pPr indent="0" lvl="0" marL="0" rtl="0" algn="l">
              <a:spcBef>
                <a:spcPts val="0"/>
              </a:spcBef>
              <a:spcAft>
                <a:spcPts val="0"/>
              </a:spcAft>
              <a:buSzPts val="1200"/>
              <a:buNone/>
            </a:pPr>
            <a:r>
              <a:rPr lang="ru-RU" sz="1200"/>
              <a:t>results/arx_sgd/ofi/USB/window_01/metrics.csv</a:t>
            </a:r>
            <a:endParaRPr/>
          </a:p>
          <a:p>
            <a:pPr indent="0" lvl="0" marL="0" rtl="0" algn="l">
              <a:spcBef>
                <a:spcPts val="0"/>
              </a:spcBef>
              <a:spcAft>
                <a:spcPts val="0"/>
              </a:spcAft>
              <a:buSzPts val="1200"/>
              <a:buNone/>
            </a:pPr>
            <a:r>
              <a:rPr lang="ru-RU" sz="1200"/>
              <a:t>results/arx_sgd/ofi/USB/window_02/history.csv</a:t>
            </a:r>
            <a:endParaRPr/>
          </a:p>
          <a:p>
            <a:pPr indent="0" lvl="0" marL="0" rtl="0" algn="l">
              <a:spcBef>
                <a:spcPts val="0"/>
              </a:spcBef>
              <a:spcAft>
                <a:spcPts val="0"/>
              </a:spcAft>
              <a:buSzPts val="1200"/>
              <a:buNone/>
            </a:pPr>
            <a:r>
              <a:rPr lang="ru-RU" sz="1200"/>
              <a:t>results/arx_sgd/ofi/USB/window_02/metrics.csv</a:t>
            </a:r>
            <a:endParaRPr/>
          </a:p>
          <a:p>
            <a:pPr indent="0" lvl="0" marL="0" rtl="0" algn="l">
              <a:spcBef>
                <a:spcPts val="0"/>
              </a:spcBef>
              <a:spcAft>
                <a:spcPts val="0"/>
              </a:spcAft>
              <a:buSzPts val="1200"/>
              <a:buNone/>
            </a:pPr>
            <a:r>
              <a:rPr lang="ru-RU" sz="1200"/>
              <a:t>results/arx_sgd/ofi/USB/window_03/history.csv</a:t>
            </a:r>
            <a:endParaRPr/>
          </a:p>
          <a:p>
            <a:pPr indent="0" lvl="0" marL="0" rtl="0" algn="l">
              <a:spcBef>
                <a:spcPts val="0"/>
              </a:spcBef>
              <a:spcAft>
                <a:spcPts val="0"/>
              </a:spcAft>
              <a:buSzPts val="1200"/>
              <a:buNone/>
            </a:pPr>
            <a:r>
              <a:rPr lang="ru-RU" sz="1200"/>
              <a:t>results/arx_sgd/ofi/USB/window_03/metrics.csv</a:t>
            </a:r>
            <a:endParaRPr/>
          </a:p>
          <a:p>
            <a:pPr indent="0" lvl="0" marL="0" rtl="0" algn="l">
              <a:spcBef>
                <a:spcPts val="0"/>
              </a:spcBef>
              <a:spcAft>
                <a:spcPts val="0"/>
              </a:spcAft>
              <a:buSzPts val="1200"/>
              <a:buNone/>
            </a:pPr>
            <a:r>
              <a:rPr lang="ru-RU" sz="1200"/>
              <a:t>results/arx_sgd/ofi/VZ/window_01/history.csv</a:t>
            </a:r>
            <a:endParaRPr/>
          </a:p>
          <a:p>
            <a:pPr indent="0" lvl="0" marL="0" rtl="0" algn="l">
              <a:spcBef>
                <a:spcPts val="0"/>
              </a:spcBef>
              <a:spcAft>
                <a:spcPts val="0"/>
              </a:spcAft>
              <a:buSzPts val="1200"/>
              <a:buNone/>
            </a:pPr>
            <a:r>
              <a:rPr lang="ru-RU" sz="1200"/>
              <a:t>results/arx_sgd/ofi/VZ/window_01/metrics.csv</a:t>
            </a:r>
            <a:endParaRPr/>
          </a:p>
          <a:p>
            <a:pPr indent="0" lvl="0" marL="0" rtl="0" algn="l">
              <a:spcBef>
                <a:spcPts val="0"/>
              </a:spcBef>
              <a:spcAft>
                <a:spcPts val="0"/>
              </a:spcAft>
              <a:buSzPts val="1200"/>
              <a:buNone/>
            </a:pPr>
            <a:r>
              <a:rPr lang="ru-RU" sz="1200"/>
              <a:t>results/arx_sgd/ofi/VZ/window_02/history.csv</a:t>
            </a:r>
            <a:endParaRPr/>
          </a:p>
          <a:p>
            <a:pPr indent="0" lvl="0" marL="0" rtl="0" algn="l">
              <a:spcBef>
                <a:spcPts val="0"/>
              </a:spcBef>
              <a:spcAft>
                <a:spcPts val="0"/>
              </a:spcAft>
              <a:buSzPts val="1200"/>
              <a:buNone/>
            </a:pPr>
            <a:r>
              <a:rPr lang="ru-RU" sz="1200"/>
              <a:t>results/arx_sgd/ofi/VZ/window_02/metrics.csv</a:t>
            </a:r>
            <a:endParaRPr/>
          </a:p>
          <a:p>
            <a:pPr indent="0" lvl="0" marL="0" rtl="0" algn="l">
              <a:spcBef>
                <a:spcPts val="0"/>
              </a:spcBef>
              <a:spcAft>
                <a:spcPts val="0"/>
              </a:spcAft>
              <a:buSzPts val="1200"/>
              <a:buNone/>
            </a:pPr>
            <a:r>
              <a:rPr lang="ru-RU" sz="1200"/>
              <a:t>results/arx_sgd/ofi/VZ/window_03/history.csv</a:t>
            </a:r>
            <a:endParaRPr/>
          </a:p>
          <a:p>
            <a:pPr indent="0" lvl="0" marL="0" rtl="0" algn="l">
              <a:spcBef>
                <a:spcPts val="0"/>
              </a:spcBef>
              <a:spcAft>
                <a:spcPts val="0"/>
              </a:spcAft>
              <a:buSzPts val="1200"/>
              <a:buNone/>
            </a:pPr>
            <a:r>
              <a:rPr lang="ru-RU" sz="1200"/>
              <a:t>results/arx_sgd/ofi/VZ/window_03/metrics.csv</a:t>
            </a:r>
            <a:endParaRPr/>
          </a:p>
          <a:p>
            <a:pPr indent="0" lvl="0" marL="0" rtl="0" algn="l">
              <a:spcBef>
                <a:spcPts val="0"/>
              </a:spcBef>
              <a:spcAft>
                <a:spcPts val="0"/>
              </a:spcAft>
              <a:buSzPts val="1200"/>
              <a:buNone/>
            </a:pPr>
            <a:r>
              <a:rPr lang="ru-RU" sz="1200"/>
              <a:t>results/cnn_lstm/of/BAC/window_01/history.csv</a:t>
            </a:r>
            <a:endParaRPr/>
          </a:p>
          <a:p>
            <a:pPr indent="0" lvl="0" marL="0" rtl="0" algn="l">
              <a:spcBef>
                <a:spcPts val="0"/>
              </a:spcBef>
              <a:spcAft>
                <a:spcPts val="0"/>
              </a:spcAft>
              <a:buSzPts val="1200"/>
              <a:buNone/>
            </a:pPr>
            <a:r>
              <a:rPr lang="ru-RU" sz="1200"/>
              <a:t>results/cnn_lstm/of/BAC/window_01/metrics.csv</a:t>
            </a:r>
            <a:endParaRPr/>
          </a:p>
          <a:p>
            <a:pPr indent="0" lvl="0" marL="0" rtl="0" algn="l">
              <a:spcBef>
                <a:spcPts val="0"/>
              </a:spcBef>
              <a:spcAft>
                <a:spcPts val="0"/>
              </a:spcAft>
              <a:buSzPts val="1200"/>
              <a:buNone/>
            </a:pPr>
            <a:r>
              <a:rPr lang="ru-RU" sz="1200"/>
              <a:t>results/cnn_lstm/of/BAC/window_02/history.csv</a:t>
            </a:r>
            <a:endParaRPr/>
          </a:p>
          <a:p>
            <a:pPr indent="0" lvl="0" marL="0" rtl="0" algn="l">
              <a:spcBef>
                <a:spcPts val="0"/>
              </a:spcBef>
              <a:spcAft>
                <a:spcPts val="0"/>
              </a:spcAft>
              <a:buSzPts val="1200"/>
              <a:buNone/>
            </a:pPr>
            <a:r>
              <a:rPr lang="ru-RU" sz="1200"/>
              <a:t>results/cnn_lstm/of/BAC/window_02/metrics.csv</a:t>
            </a:r>
            <a:endParaRPr/>
          </a:p>
          <a:p>
            <a:pPr indent="0" lvl="0" marL="0" rtl="0" algn="l">
              <a:spcBef>
                <a:spcPts val="0"/>
              </a:spcBef>
              <a:spcAft>
                <a:spcPts val="0"/>
              </a:spcAft>
              <a:buSzPts val="1200"/>
              <a:buNone/>
            </a:pPr>
            <a:r>
              <a:rPr lang="ru-RU" sz="1200"/>
              <a:t>results/cnn_lstm/of/BAC/window_03/history.csv</a:t>
            </a:r>
            <a:endParaRPr/>
          </a:p>
          <a:p>
            <a:pPr indent="0" lvl="0" marL="0" rtl="0" algn="l">
              <a:spcBef>
                <a:spcPts val="0"/>
              </a:spcBef>
              <a:spcAft>
                <a:spcPts val="0"/>
              </a:spcAft>
              <a:buSzPts val="1200"/>
              <a:buNone/>
            </a:pPr>
            <a:r>
              <a:rPr lang="ru-RU" sz="1200"/>
              <a:t>results/cnn_lstm/of/BAC/window_03/metrics.csv</a:t>
            </a:r>
            <a:endParaRPr/>
          </a:p>
          <a:p>
            <a:pPr indent="0" lvl="0" marL="0" rtl="0" algn="l">
              <a:spcBef>
                <a:spcPts val="0"/>
              </a:spcBef>
              <a:spcAft>
                <a:spcPts val="0"/>
              </a:spcAft>
              <a:buSzPts val="1200"/>
              <a:buNone/>
            </a:pPr>
            <a:r>
              <a:rPr lang="ru-RU" sz="1200"/>
              <a:t>results/cnn_lstm/of/NKE/window_01/history.csv</a:t>
            </a:r>
            <a:endParaRPr/>
          </a:p>
          <a:p>
            <a:pPr indent="0" lvl="0" marL="0" rtl="0" algn="l">
              <a:spcBef>
                <a:spcPts val="0"/>
              </a:spcBef>
              <a:spcAft>
                <a:spcPts val="0"/>
              </a:spcAft>
              <a:buSzPts val="1200"/>
              <a:buNone/>
            </a:pPr>
            <a:r>
              <a:rPr lang="ru-RU" sz="1200"/>
              <a:t>results/cnn_lstm/of/NKE/window_01/metrics.csv</a:t>
            </a:r>
            <a:endParaRPr/>
          </a:p>
          <a:p>
            <a:pPr indent="0" lvl="0" marL="0" rtl="0" algn="l">
              <a:spcBef>
                <a:spcPts val="0"/>
              </a:spcBef>
              <a:spcAft>
                <a:spcPts val="0"/>
              </a:spcAft>
              <a:buSzPts val="1200"/>
              <a:buNone/>
            </a:pPr>
            <a:r>
              <a:rPr lang="ru-RU" sz="1200"/>
              <a:t>results/cnn_lstm/of/NKE/window_02/history.csv</a:t>
            </a:r>
            <a:endParaRPr/>
          </a:p>
          <a:p>
            <a:pPr indent="0" lvl="0" marL="0" rtl="0" algn="l">
              <a:spcBef>
                <a:spcPts val="0"/>
              </a:spcBef>
              <a:spcAft>
                <a:spcPts val="0"/>
              </a:spcAft>
              <a:buSzPts val="1200"/>
              <a:buNone/>
            </a:pPr>
            <a:r>
              <a:rPr lang="ru-RU" sz="1200"/>
              <a:t>results/cnn_lstm/of/NKE/window_02/metrics.csv</a:t>
            </a:r>
            <a:endParaRPr/>
          </a:p>
          <a:p>
            <a:pPr indent="0" lvl="0" marL="0" rtl="0" algn="l">
              <a:spcBef>
                <a:spcPts val="0"/>
              </a:spcBef>
              <a:spcAft>
                <a:spcPts val="0"/>
              </a:spcAft>
              <a:buSzPts val="1200"/>
              <a:buNone/>
            </a:pPr>
            <a:r>
              <a:rPr lang="ru-RU" sz="1200"/>
              <a:t>results/cnn_lstm/of/NKE/window_03/history.csv</a:t>
            </a:r>
            <a:endParaRPr/>
          </a:p>
          <a:p>
            <a:pPr indent="0" lvl="0" marL="0" rtl="0" algn="l">
              <a:spcBef>
                <a:spcPts val="0"/>
              </a:spcBef>
              <a:spcAft>
                <a:spcPts val="0"/>
              </a:spcAft>
              <a:buSzPts val="1200"/>
              <a:buNone/>
            </a:pPr>
            <a:r>
              <a:rPr lang="ru-RU" sz="1200"/>
              <a:t>results/cnn_lstm/of/NKE/window_03/metrics.csv</a:t>
            </a:r>
            <a:endParaRPr/>
          </a:p>
          <a:p>
            <a:pPr indent="0" lvl="0" marL="0" rtl="0" algn="l">
              <a:spcBef>
                <a:spcPts val="0"/>
              </a:spcBef>
              <a:spcAft>
                <a:spcPts val="0"/>
              </a:spcAft>
              <a:buSzPts val="1200"/>
              <a:buNone/>
            </a:pPr>
            <a:r>
              <a:rPr lang="ru-RU" sz="1200"/>
              <a:t>results/cnn_lstm/of/OXY/window_01/history.csv</a:t>
            </a:r>
            <a:endParaRPr/>
          </a:p>
          <a:p>
            <a:pPr indent="0" lvl="0" marL="0" rtl="0" algn="l">
              <a:spcBef>
                <a:spcPts val="0"/>
              </a:spcBef>
              <a:spcAft>
                <a:spcPts val="0"/>
              </a:spcAft>
              <a:buSzPts val="1200"/>
              <a:buNone/>
            </a:pPr>
            <a:r>
              <a:rPr lang="ru-RU" sz="1200"/>
              <a:t>results/cnn_lstm/of/OXY/window_01/metrics.csv</a:t>
            </a:r>
            <a:endParaRPr/>
          </a:p>
          <a:p>
            <a:pPr indent="0" lvl="0" marL="0" rtl="0" algn="l">
              <a:spcBef>
                <a:spcPts val="0"/>
              </a:spcBef>
              <a:spcAft>
                <a:spcPts val="0"/>
              </a:spcAft>
              <a:buSzPts val="1200"/>
              <a:buNone/>
            </a:pPr>
            <a:r>
              <a:rPr lang="ru-RU" sz="1200"/>
              <a:t>results/cnn_lstm/of/OXY/window_02/history.csv</a:t>
            </a:r>
            <a:endParaRPr/>
          </a:p>
          <a:p>
            <a:pPr indent="0" lvl="0" marL="0" rtl="0" algn="l">
              <a:spcBef>
                <a:spcPts val="0"/>
              </a:spcBef>
              <a:spcAft>
                <a:spcPts val="0"/>
              </a:spcAft>
              <a:buSzPts val="1200"/>
              <a:buNone/>
            </a:pPr>
            <a:r>
              <a:rPr lang="ru-RU" sz="1200"/>
              <a:t>results/cnn_lstm/of/OXY/window_02/metrics.csv</a:t>
            </a:r>
            <a:endParaRPr/>
          </a:p>
          <a:p>
            <a:pPr indent="0" lvl="0" marL="0" rtl="0" algn="l">
              <a:spcBef>
                <a:spcPts val="0"/>
              </a:spcBef>
              <a:spcAft>
                <a:spcPts val="0"/>
              </a:spcAft>
              <a:buSzPts val="1200"/>
              <a:buNone/>
            </a:pPr>
            <a:r>
              <a:rPr lang="ru-RU" sz="1200"/>
              <a:t>results/cnn_lstm/of/OXY/window_03/history.csv</a:t>
            </a:r>
            <a:endParaRPr/>
          </a:p>
          <a:p>
            <a:pPr indent="0" lvl="0" marL="0" rtl="0" algn="l">
              <a:spcBef>
                <a:spcPts val="0"/>
              </a:spcBef>
              <a:spcAft>
                <a:spcPts val="0"/>
              </a:spcAft>
              <a:buSzPts val="1200"/>
              <a:buNone/>
            </a:pPr>
            <a:r>
              <a:rPr lang="ru-RU" sz="1200"/>
              <a:t>results/cnn_lstm/of/OXY/window_03/metrics.csv</a:t>
            </a:r>
            <a:endParaRPr/>
          </a:p>
          <a:p>
            <a:pPr indent="0" lvl="0" marL="0" rtl="0" algn="l">
              <a:spcBef>
                <a:spcPts val="0"/>
              </a:spcBef>
              <a:spcAft>
                <a:spcPts val="0"/>
              </a:spcAft>
              <a:buSzPts val="1200"/>
              <a:buNone/>
            </a:pPr>
            <a:r>
              <a:rPr lang="ru-RU" sz="1200"/>
              <a:t>results/cnn_lstm/of/UBER/window_01/history.csv</a:t>
            </a:r>
            <a:endParaRPr/>
          </a:p>
          <a:p>
            <a:pPr indent="0" lvl="0" marL="0" rtl="0" algn="l">
              <a:spcBef>
                <a:spcPts val="0"/>
              </a:spcBef>
              <a:spcAft>
                <a:spcPts val="0"/>
              </a:spcAft>
              <a:buSzPts val="1200"/>
              <a:buNone/>
            </a:pPr>
            <a:r>
              <a:rPr lang="ru-RU" sz="1200"/>
              <a:t>results/cnn_lstm/of/UBER/window_01/metrics.csv</a:t>
            </a:r>
            <a:endParaRPr/>
          </a:p>
          <a:p>
            <a:pPr indent="0" lvl="0" marL="0" rtl="0" algn="l">
              <a:spcBef>
                <a:spcPts val="0"/>
              </a:spcBef>
              <a:spcAft>
                <a:spcPts val="0"/>
              </a:spcAft>
              <a:buSzPts val="1200"/>
              <a:buNone/>
            </a:pPr>
            <a:r>
              <a:rPr lang="ru-RU" sz="1200"/>
              <a:t>results/cnn_lstm/of/UBER/window_02/history.csv</a:t>
            </a:r>
            <a:endParaRPr/>
          </a:p>
          <a:p>
            <a:pPr indent="0" lvl="0" marL="0" rtl="0" algn="l">
              <a:spcBef>
                <a:spcPts val="0"/>
              </a:spcBef>
              <a:spcAft>
                <a:spcPts val="0"/>
              </a:spcAft>
              <a:buSzPts val="1200"/>
              <a:buNone/>
            </a:pPr>
            <a:r>
              <a:rPr lang="ru-RU" sz="1200"/>
              <a:t>results/cnn_lstm/of/UBER/window_02/metrics.csv</a:t>
            </a:r>
            <a:endParaRPr/>
          </a:p>
          <a:p>
            <a:pPr indent="0" lvl="0" marL="0" rtl="0" algn="l">
              <a:spcBef>
                <a:spcPts val="0"/>
              </a:spcBef>
              <a:spcAft>
                <a:spcPts val="0"/>
              </a:spcAft>
              <a:buSzPts val="1200"/>
              <a:buNone/>
            </a:pPr>
            <a:r>
              <a:rPr lang="ru-RU" sz="1200"/>
              <a:t>results/cnn_lstm/of/UBER/window_03/history.csv</a:t>
            </a:r>
            <a:endParaRPr/>
          </a:p>
          <a:p>
            <a:pPr indent="0" lvl="0" marL="0" rtl="0" algn="l">
              <a:spcBef>
                <a:spcPts val="0"/>
              </a:spcBef>
              <a:spcAft>
                <a:spcPts val="0"/>
              </a:spcAft>
              <a:buSzPts val="1200"/>
              <a:buNone/>
            </a:pPr>
            <a:r>
              <a:rPr lang="ru-RU" sz="1200"/>
              <a:t>results/cnn_lstm/of/UBER/window_03/metrics.csv</a:t>
            </a:r>
            <a:endParaRPr/>
          </a:p>
          <a:p>
            <a:pPr indent="0" lvl="0" marL="0" rtl="0" algn="l">
              <a:spcBef>
                <a:spcPts val="0"/>
              </a:spcBef>
              <a:spcAft>
                <a:spcPts val="0"/>
              </a:spcAft>
              <a:buSzPts val="1200"/>
              <a:buNone/>
            </a:pPr>
            <a:r>
              <a:rPr lang="ru-RU" sz="1200"/>
              <a:t>results/cnn_lstm/of/USB/window_01/history.csv</a:t>
            </a:r>
            <a:endParaRPr/>
          </a:p>
          <a:p>
            <a:pPr indent="0" lvl="0" marL="0" rtl="0" algn="l">
              <a:spcBef>
                <a:spcPts val="0"/>
              </a:spcBef>
              <a:spcAft>
                <a:spcPts val="0"/>
              </a:spcAft>
              <a:buSzPts val="1200"/>
              <a:buNone/>
            </a:pPr>
            <a:r>
              <a:rPr lang="ru-RU" sz="1200"/>
              <a:t>results/cnn_lstm/of/USB/window_01/metrics.csv</a:t>
            </a:r>
            <a:endParaRPr/>
          </a:p>
          <a:p>
            <a:pPr indent="0" lvl="0" marL="0" rtl="0" algn="l">
              <a:spcBef>
                <a:spcPts val="0"/>
              </a:spcBef>
              <a:spcAft>
                <a:spcPts val="0"/>
              </a:spcAft>
              <a:buSzPts val="1200"/>
              <a:buNone/>
            </a:pPr>
            <a:r>
              <a:rPr lang="ru-RU" sz="1200"/>
              <a:t>results/cnn_lstm/of/USB/window_02/history.csv</a:t>
            </a:r>
            <a:endParaRPr/>
          </a:p>
          <a:p>
            <a:pPr indent="0" lvl="0" marL="0" rtl="0" algn="l">
              <a:spcBef>
                <a:spcPts val="0"/>
              </a:spcBef>
              <a:spcAft>
                <a:spcPts val="0"/>
              </a:spcAft>
              <a:buSzPts val="1200"/>
              <a:buNone/>
            </a:pPr>
            <a:r>
              <a:rPr lang="ru-RU" sz="1200"/>
              <a:t>results/cnn_lstm/of/USB/window_02/metrics.csv</a:t>
            </a:r>
            <a:endParaRPr/>
          </a:p>
          <a:p>
            <a:pPr indent="0" lvl="0" marL="0" rtl="0" algn="l">
              <a:spcBef>
                <a:spcPts val="0"/>
              </a:spcBef>
              <a:spcAft>
                <a:spcPts val="0"/>
              </a:spcAft>
              <a:buSzPts val="1200"/>
              <a:buNone/>
            </a:pPr>
            <a:r>
              <a:rPr lang="ru-RU" sz="1200"/>
              <a:t>results/cnn_lstm/of/USB/window_03/history.csv</a:t>
            </a:r>
            <a:endParaRPr/>
          </a:p>
          <a:p>
            <a:pPr indent="0" lvl="0" marL="0" rtl="0" algn="l">
              <a:spcBef>
                <a:spcPts val="0"/>
              </a:spcBef>
              <a:spcAft>
                <a:spcPts val="0"/>
              </a:spcAft>
              <a:buSzPts val="1200"/>
              <a:buNone/>
            </a:pPr>
            <a:r>
              <a:rPr lang="ru-RU" sz="1200"/>
              <a:t>results/cnn_lstm/of/USB/window_03/metrics.csv</a:t>
            </a:r>
            <a:endParaRPr/>
          </a:p>
          <a:p>
            <a:pPr indent="0" lvl="0" marL="0" rtl="0" algn="l">
              <a:spcBef>
                <a:spcPts val="0"/>
              </a:spcBef>
              <a:spcAft>
                <a:spcPts val="0"/>
              </a:spcAft>
              <a:buSzPts val="1200"/>
              <a:buNone/>
            </a:pPr>
            <a:r>
              <a:rPr lang="ru-RU" sz="1200"/>
              <a:t>results/cnn_lstm/of/VZ/window_01/history.csv</a:t>
            </a:r>
            <a:endParaRPr/>
          </a:p>
          <a:p>
            <a:pPr indent="0" lvl="0" marL="0" rtl="0" algn="l">
              <a:spcBef>
                <a:spcPts val="0"/>
              </a:spcBef>
              <a:spcAft>
                <a:spcPts val="0"/>
              </a:spcAft>
              <a:buSzPts val="1200"/>
              <a:buNone/>
            </a:pPr>
            <a:r>
              <a:rPr lang="ru-RU" sz="1200"/>
              <a:t>results/cnn_lstm/of/VZ/window_01/metrics.csv</a:t>
            </a:r>
            <a:endParaRPr/>
          </a:p>
          <a:p>
            <a:pPr indent="0" lvl="0" marL="0" rtl="0" algn="l">
              <a:spcBef>
                <a:spcPts val="0"/>
              </a:spcBef>
              <a:spcAft>
                <a:spcPts val="0"/>
              </a:spcAft>
              <a:buSzPts val="1200"/>
              <a:buNone/>
            </a:pPr>
            <a:r>
              <a:rPr lang="ru-RU" sz="1200"/>
              <a:t>results/cnn_lstm/of/VZ/window_02/history.csv</a:t>
            </a:r>
            <a:endParaRPr/>
          </a:p>
          <a:p>
            <a:pPr indent="0" lvl="0" marL="0" rtl="0" algn="l">
              <a:spcBef>
                <a:spcPts val="0"/>
              </a:spcBef>
              <a:spcAft>
                <a:spcPts val="0"/>
              </a:spcAft>
              <a:buSzPts val="1200"/>
              <a:buNone/>
            </a:pPr>
            <a:r>
              <a:rPr lang="ru-RU" sz="1200"/>
              <a:t>results/cnn_lstm/of/VZ/window_02/metrics.csv</a:t>
            </a:r>
            <a:endParaRPr/>
          </a:p>
          <a:p>
            <a:pPr indent="0" lvl="0" marL="0" rtl="0" algn="l">
              <a:spcBef>
                <a:spcPts val="0"/>
              </a:spcBef>
              <a:spcAft>
                <a:spcPts val="0"/>
              </a:spcAft>
              <a:buSzPts val="1200"/>
              <a:buNone/>
            </a:pPr>
            <a:r>
              <a:rPr lang="ru-RU" sz="1200"/>
              <a:t>results/cnn_lstm/of/VZ/window_03/history.csv</a:t>
            </a:r>
            <a:endParaRPr/>
          </a:p>
          <a:p>
            <a:pPr indent="0" lvl="0" marL="0" rtl="0" algn="l">
              <a:spcBef>
                <a:spcPts val="0"/>
              </a:spcBef>
              <a:spcAft>
                <a:spcPts val="0"/>
              </a:spcAft>
              <a:buSzPts val="1200"/>
              <a:buNone/>
            </a:pPr>
            <a:r>
              <a:rPr lang="ru-RU" sz="1200"/>
              <a:t>results/cnn_lstm/of/VZ/window_03/metrics.csv</a:t>
            </a:r>
            <a:endParaRPr/>
          </a:p>
          <a:p>
            <a:pPr indent="0" lvl="0" marL="0" rtl="0" algn="l">
              <a:spcBef>
                <a:spcPts val="0"/>
              </a:spcBef>
              <a:spcAft>
                <a:spcPts val="0"/>
              </a:spcAft>
              <a:buSzPts val="1200"/>
              <a:buNone/>
            </a:pPr>
            <a:r>
              <a:rPr lang="ru-RU" sz="1200"/>
              <a:t>results/ens_arx_cnn_lstm/of/BAC/window_01/metrics.csv</a:t>
            </a:r>
            <a:endParaRPr/>
          </a:p>
          <a:p>
            <a:pPr indent="0" lvl="0" marL="0" rtl="0" algn="l">
              <a:spcBef>
                <a:spcPts val="0"/>
              </a:spcBef>
              <a:spcAft>
                <a:spcPts val="0"/>
              </a:spcAft>
              <a:buSzPts val="1200"/>
              <a:buNone/>
            </a:pPr>
            <a:r>
              <a:rPr lang="ru-RU" sz="1200"/>
              <a:t>results/ens_arx_cnn_lstm/of/BAC/window_02/metrics.csv</a:t>
            </a:r>
            <a:endParaRPr/>
          </a:p>
          <a:p>
            <a:pPr indent="0" lvl="0" marL="0" rtl="0" algn="l">
              <a:spcBef>
                <a:spcPts val="0"/>
              </a:spcBef>
              <a:spcAft>
                <a:spcPts val="0"/>
              </a:spcAft>
              <a:buSzPts val="1200"/>
              <a:buNone/>
            </a:pPr>
            <a:r>
              <a:rPr lang="ru-RU" sz="1200"/>
              <a:t>results/ens_arx_cnn_lstm/of/BAC/window_03/metrics.csv</a:t>
            </a:r>
            <a:endParaRPr/>
          </a:p>
          <a:p>
            <a:pPr indent="0" lvl="0" marL="0" rtl="0" algn="l">
              <a:spcBef>
                <a:spcPts val="0"/>
              </a:spcBef>
              <a:spcAft>
                <a:spcPts val="0"/>
              </a:spcAft>
              <a:buSzPts val="1200"/>
              <a:buNone/>
            </a:pPr>
            <a:r>
              <a:rPr lang="ru-RU" sz="1200"/>
              <a:t>results/ens_arx_cnn_lstm/of/NKE/window_01/metrics.csv</a:t>
            </a:r>
            <a:endParaRPr/>
          </a:p>
          <a:p>
            <a:pPr indent="0" lvl="0" marL="0" rtl="0" algn="l">
              <a:spcBef>
                <a:spcPts val="0"/>
              </a:spcBef>
              <a:spcAft>
                <a:spcPts val="0"/>
              </a:spcAft>
              <a:buSzPts val="1200"/>
              <a:buNone/>
            </a:pPr>
            <a:r>
              <a:rPr lang="ru-RU" sz="1200"/>
              <a:t>results/ens_arx_cnn_lstm/of/NKE/window_02/metrics.csv</a:t>
            </a:r>
            <a:endParaRPr/>
          </a:p>
          <a:p>
            <a:pPr indent="0" lvl="0" marL="0" rtl="0" algn="l">
              <a:spcBef>
                <a:spcPts val="0"/>
              </a:spcBef>
              <a:spcAft>
                <a:spcPts val="0"/>
              </a:spcAft>
              <a:buSzPts val="1200"/>
              <a:buNone/>
            </a:pPr>
            <a:r>
              <a:rPr lang="ru-RU" sz="1200"/>
              <a:t>results/ens_arx_cnn_lstm/of/NKE/window_03/metrics.csv</a:t>
            </a:r>
            <a:endParaRPr/>
          </a:p>
          <a:p>
            <a:pPr indent="0" lvl="0" marL="0" rtl="0" algn="l">
              <a:spcBef>
                <a:spcPts val="0"/>
              </a:spcBef>
              <a:spcAft>
                <a:spcPts val="0"/>
              </a:spcAft>
              <a:buSzPts val="1200"/>
              <a:buNone/>
            </a:pPr>
            <a:r>
              <a:rPr lang="ru-RU" sz="1200"/>
              <a:t>results/ens_arx_cnn_lstm/of/OXY/window_01/metrics.csv</a:t>
            </a:r>
            <a:endParaRPr/>
          </a:p>
          <a:p>
            <a:pPr indent="0" lvl="0" marL="0" rtl="0" algn="l">
              <a:spcBef>
                <a:spcPts val="0"/>
              </a:spcBef>
              <a:spcAft>
                <a:spcPts val="0"/>
              </a:spcAft>
              <a:buSzPts val="1200"/>
              <a:buNone/>
            </a:pPr>
            <a:r>
              <a:rPr lang="ru-RU" sz="1200"/>
              <a:t>results/ens_arx_cnn_lstm/of/OXY/window_02/metrics.csv</a:t>
            </a:r>
            <a:endParaRPr/>
          </a:p>
          <a:p>
            <a:pPr indent="0" lvl="0" marL="0" rtl="0" algn="l">
              <a:spcBef>
                <a:spcPts val="0"/>
              </a:spcBef>
              <a:spcAft>
                <a:spcPts val="0"/>
              </a:spcAft>
              <a:buSzPts val="1200"/>
              <a:buNone/>
            </a:pPr>
            <a:r>
              <a:rPr lang="ru-RU" sz="1200"/>
              <a:t>results/ens_arx_cnn_lstm/of/OXY/window_03/metrics.csv</a:t>
            </a:r>
            <a:endParaRPr/>
          </a:p>
          <a:p>
            <a:pPr indent="0" lvl="0" marL="0" rtl="0" algn="l">
              <a:spcBef>
                <a:spcPts val="0"/>
              </a:spcBef>
              <a:spcAft>
                <a:spcPts val="0"/>
              </a:spcAft>
              <a:buSzPts val="1200"/>
              <a:buNone/>
            </a:pPr>
            <a:r>
              <a:rPr lang="ru-RU" sz="1200"/>
              <a:t>results/ens_arx_cnn_lstm/of/UBER/window_01/metrics.csv</a:t>
            </a:r>
            <a:endParaRPr/>
          </a:p>
          <a:p>
            <a:pPr indent="0" lvl="0" marL="0" rtl="0" algn="l">
              <a:spcBef>
                <a:spcPts val="0"/>
              </a:spcBef>
              <a:spcAft>
                <a:spcPts val="0"/>
              </a:spcAft>
              <a:buSzPts val="1200"/>
              <a:buNone/>
            </a:pPr>
            <a:r>
              <a:rPr lang="ru-RU" sz="1200"/>
              <a:t>results/ens_arx_cnn_lstm/of/UBER/window_02/metrics.csv</a:t>
            </a:r>
            <a:endParaRPr/>
          </a:p>
          <a:p>
            <a:pPr indent="0" lvl="0" marL="0" rtl="0" algn="l">
              <a:spcBef>
                <a:spcPts val="0"/>
              </a:spcBef>
              <a:spcAft>
                <a:spcPts val="0"/>
              </a:spcAft>
              <a:buSzPts val="1200"/>
              <a:buNone/>
            </a:pPr>
            <a:r>
              <a:rPr lang="ru-RU" sz="1200"/>
              <a:t>results/ens_arx_cnn_lstm/of/UBER/window_03/metrics.csv</a:t>
            </a:r>
            <a:endParaRPr/>
          </a:p>
          <a:p>
            <a:pPr indent="0" lvl="0" marL="0" rtl="0" algn="l">
              <a:spcBef>
                <a:spcPts val="0"/>
              </a:spcBef>
              <a:spcAft>
                <a:spcPts val="0"/>
              </a:spcAft>
              <a:buSzPts val="1200"/>
              <a:buNone/>
            </a:pPr>
            <a:r>
              <a:rPr lang="ru-RU" sz="1200"/>
              <a:t>results/ens_arx_cnn_lstm/of/USB/window_01/metrics.csv</a:t>
            </a:r>
            <a:endParaRPr/>
          </a:p>
          <a:p>
            <a:pPr indent="0" lvl="0" marL="0" rtl="0" algn="l">
              <a:spcBef>
                <a:spcPts val="0"/>
              </a:spcBef>
              <a:spcAft>
                <a:spcPts val="0"/>
              </a:spcAft>
              <a:buSzPts val="1200"/>
              <a:buNone/>
            </a:pPr>
            <a:r>
              <a:rPr lang="ru-RU" sz="1200"/>
              <a:t>results/ens_arx_cnn_lstm/of/USB/window_02/metrics.csv</a:t>
            </a:r>
            <a:endParaRPr/>
          </a:p>
          <a:p>
            <a:pPr indent="0" lvl="0" marL="0" rtl="0" algn="l">
              <a:spcBef>
                <a:spcPts val="0"/>
              </a:spcBef>
              <a:spcAft>
                <a:spcPts val="0"/>
              </a:spcAft>
              <a:buSzPts val="1200"/>
              <a:buNone/>
            </a:pPr>
            <a:r>
              <a:rPr lang="ru-RU" sz="1200"/>
              <a:t>results/ens_arx_cnn_lstm/of/USB/window_03/metrics.csv</a:t>
            </a:r>
            <a:endParaRPr/>
          </a:p>
          <a:p>
            <a:pPr indent="0" lvl="0" marL="0" rtl="0" algn="l">
              <a:spcBef>
                <a:spcPts val="0"/>
              </a:spcBef>
              <a:spcAft>
                <a:spcPts val="0"/>
              </a:spcAft>
              <a:buSzPts val="1200"/>
              <a:buNone/>
            </a:pPr>
            <a:r>
              <a:rPr lang="ru-RU" sz="1200"/>
              <a:t>results/ens_arx_cnn_lstm/of/VZ/window_01/metrics.csv</a:t>
            </a:r>
            <a:endParaRPr/>
          </a:p>
          <a:p>
            <a:pPr indent="0" lvl="0" marL="0" rtl="0" algn="l">
              <a:spcBef>
                <a:spcPts val="0"/>
              </a:spcBef>
              <a:spcAft>
                <a:spcPts val="0"/>
              </a:spcAft>
              <a:buSzPts val="1200"/>
              <a:buNone/>
            </a:pPr>
            <a:r>
              <a:rPr lang="ru-RU" sz="1200"/>
              <a:t>results/ens_arx_cnn_lstm/of/VZ/window_02/metrics.csv</a:t>
            </a:r>
            <a:endParaRPr/>
          </a:p>
          <a:p>
            <a:pPr indent="0" lvl="0" marL="0" rtl="0" algn="l">
              <a:spcBef>
                <a:spcPts val="0"/>
              </a:spcBef>
              <a:spcAft>
                <a:spcPts val="0"/>
              </a:spcAft>
              <a:buSzPts val="1200"/>
              <a:buNone/>
            </a:pPr>
            <a:r>
              <a:rPr lang="ru-RU" sz="1200"/>
              <a:t>results/ens_arx_cnn_lstm/of/VZ/window_03/metrics.csv</a:t>
            </a:r>
            <a:endParaRPr/>
          </a:p>
          <a:p>
            <a:pPr indent="0" lvl="0" marL="0" rtl="0" algn="l">
              <a:spcBef>
                <a:spcPts val="0"/>
              </a:spcBef>
              <a:spcAft>
                <a:spcPts val="0"/>
              </a:spcAft>
              <a:buSzPts val="1200"/>
              <a:buNone/>
            </a:pPr>
            <a:r>
              <a:rPr lang="ru-RU" sz="1200"/>
              <a:t>results/lstm/of/BAC/window_01/history.csv</a:t>
            </a:r>
            <a:endParaRPr/>
          </a:p>
          <a:p>
            <a:pPr indent="0" lvl="0" marL="0" rtl="0" algn="l">
              <a:spcBef>
                <a:spcPts val="0"/>
              </a:spcBef>
              <a:spcAft>
                <a:spcPts val="0"/>
              </a:spcAft>
              <a:buSzPts val="1200"/>
              <a:buNone/>
            </a:pPr>
            <a:r>
              <a:rPr lang="ru-RU" sz="1200"/>
              <a:t>results/lstm/of/BAC/window_01/metrics.csv</a:t>
            </a:r>
            <a:endParaRPr/>
          </a:p>
          <a:p>
            <a:pPr indent="0" lvl="0" marL="0" rtl="0" algn="l">
              <a:spcBef>
                <a:spcPts val="0"/>
              </a:spcBef>
              <a:spcAft>
                <a:spcPts val="0"/>
              </a:spcAft>
              <a:buSzPts val="1200"/>
              <a:buNone/>
            </a:pPr>
            <a:r>
              <a:rPr lang="ru-RU" sz="1200"/>
              <a:t>results/lstm/of/BAC/window_02/history.csv</a:t>
            </a:r>
            <a:endParaRPr/>
          </a:p>
          <a:p>
            <a:pPr indent="0" lvl="0" marL="0" rtl="0" algn="l">
              <a:spcBef>
                <a:spcPts val="0"/>
              </a:spcBef>
              <a:spcAft>
                <a:spcPts val="0"/>
              </a:spcAft>
              <a:buSzPts val="1200"/>
              <a:buNone/>
            </a:pPr>
            <a:r>
              <a:rPr lang="ru-RU" sz="1200"/>
              <a:t>results/lstm/of/BAC/window_02/metrics.csv</a:t>
            </a:r>
            <a:endParaRPr/>
          </a:p>
          <a:p>
            <a:pPr indent="0" lvl="0" marL="0" rtl="0" algn="l">
              <a:spcBef>
                <a:spcPts val="0"/>
              </a:spcBef>
              <a:spcAft>
                <a:spcPts val="0"/>
              </a:spcAft>
              <a:buSzPts val="1200"/>
              <a:buNone/>
            </a:pPr>
            <a:r>
              <a:rPr lang="ru-RU" sz="1200"/>
              <a:t>results/lstm/of/BAC/window_03/history.csv</a:t>
            </a:r>
            <a:endParaRPr/>
          </a:p>
          <a:p>
            <a:pPr indent="0" lvl="0" marL="0" rtl="0" algn="l">
              <a:spcBef>
                <a:spcPts val="0"/>
              </a:spcBef>
              <a:spcAft>
                <a:spcPts val="0"/>
              </a:spcAft>
              <a:buSzPts val="1200"/>
              <a:buNone/>
            </a:pPr>
            <a:r>
              <a:rPr lang="ru-RU" sz="1200"/>
              <a:t>results/lstm/of/BAC/window_03/metrics.csv</a:t>
            </a:r>
            <a:endParaRPr/>
          </a:p>
          <a:p>
            <a:pPr indent="0" lvl="0" marL="0" rtl="0" algn="l">
              <a:spcBef>
                <a:spcPts val="0"/>
              </a:spcBef>
              <a:spcAft>
                <a:spcPts val="0"/>
              </a:spcAft>
              <a:buSzPts val="1200"/>
              <a:buNone/>
            </a:pPr>
            <a:r>
              <a:rPr lang="ru-RU" sz="1200"/>
              <a:t>results/lstm/of/NKE/window_01/history.csv</a:t>
            </a:r>
            <a:endParaRPr/>
          </a:p>
          <a:p>
            <a:pPr indent="0" lvl="0" marL="0" rtl="0" algn="l">
              <a:spcBef>
                <a:spcPts val="0"/>
              </a:spcBef>
              <a:spcAft>
                <a:spcPts val="0"/>
              </a:spcAft>
              <a:buSzPts val="1200"/>
              <a:buNone/>
            </a:pPr>
            <a:r>
              <a:rPr lang="ru-RU" sz="1200"/>
              <a:t>results/lstm/of/NKE/window_01/metrics.csv</a:t>
            </a:r>
            <a:endParaRPr/>
          </a:p>
          <a:p>
            <a:pPr indent="0" lvl="0" marL="0" rtl="0" algn="l">
              <a:spcBef>
                <a:spcPts val="0"/>
              </a:spcBef>
              <a:spcAft>
                <a:spcPts val="0"/>
              </a:spcAft>
              <a:buSzPts val="1200"/>
              <a:buNone/>
            </a:pPr>
            <a:r>
              <a:rPr lang="ru-RU" sz="1200"/>
              <a:t>results/lstm/of/NKE/window_02/history.csv</a:t>
            </a:r>
            <a:endParaRPr/>
          </a:p>
          <a:p>
            <a:pPr indent="0" lvl="0" marL="0" rtl="0" algn="l">
              <a:spcBef>
                <a:spcPts val="0"/>
              </a:spcBef>
              <a:spcAft>
                <a:spcPts val="0"/>
              </a:spcAft>
              <a:buSzPts val="1200"/>
              <a:buNone/>
            </a:pPr>
            <a:r>
              <a:rPr lang="ru-RU" sz="1200"/>
              <a:t>results/lstm/of/NKE/window_02/metrics.csv</a:t>
            </a:r>
            <a:endParaRPr/>
          </a:p>
          <a:p>
            <a:pPr indent="0" lvl="0" marL="0" rtl="0" algn="l">
              <a:spcBef>
                <a:spcPts val="0"/>
              </a:spcBef>
              <a:spcAft>
                <a:spcPts val="0"/>
              </a:spcAft>
              <a:buSzPts val="1200"/>
              <a:buNone/>
            </a:pPr>
            <a:r>
              <a:rPr lang="ru-RU" sz="1200"/>
              <a:t>results/lstm/of/NKE/window_03/history.csv</a:t>
            </a:r>
            <a:endParaRPr/>
          </a:p>
          <a:p>
            <a:pPr indent="0" lvl="0" marL="0" rtl="0" algn="l">
              <a:spcBef>
                <a:spcPts val="0"/>
              </a:spcBef>
              <a:spcAft>
                <a:spcPts val="0"/>
              </a:spcAft>
              <a:buSzPts val="1200"/>
              <a:buNone/>
            </a:pPr>
            <a:r>
              <a:rPr lang="ru-RU" sz="1200"/>
              <a:t>results/lstm/of/NKE/window_03/metrics.csv</a:t>
            </a:r>
            <a:endParaRPr/>
          </a:p>
          <a:p>
            <a:pPr indent="0" lvl="0" marL="0" rtl="0" algn="l">
              <a:spcBef>
                <a:spcPts val="0"/>
              </a:spcBef>
              <a:spcAft>
                <a:spcPts val="0"/>
              </a:spcAft>
              <a:buSzPts val="1200"/>
              <a:buNone/>
            </a:pPr>
            <a:r>
              <a:rPr lang="ru-RU" sz="1200"/>
              <a:t>results/lstm/of/OXY/window_01/history.csv</a:t>
            </a:r>
            <a:endParaRPr/>
          </a:p>
          <a:p>
            <a:pPr indent="0" lvl="0" marL="0" rtl="0" algn="l">
              <a:spcBef>
                <a:spcPts val="0"/>
              </a:spcBef>
              <a:spcAft>
                <a:spcPts val="0"/>
              </a:spcAft>
              <a:buSzPts val="1200"/>
              <a:buNone/>
            </a:pPr>
            <a:r>
              <a:rPr lang="ru-RU" sz="1200"/>
              <a:t>results/lstm/of/OXY/window_01/metrics.csv</a:t>
            </a:r>
            <a:endParaRPr/>
          </a:p>
          <a:p>
            <a:pPr indent="0" lvl="0" marL="0" rtl="0" algn="l">
              <a:spcBef>
                <a:spcPts val="0"/>
              </a:spcBef>
              <a:spcAft>
                <a:spcPts val="0"/>
              </a:spcAft>
              <a:buSzPts val="1200"/>
              <a:buNone/>
            </a:pPr>
            <a:r>
              <a:rPr lang="ru-RU" sz="1200"/>
              <a:t>results/lstm/of/OXY/window_02/history.csv</a:t>
            </a:r>
            <a:endParaRPr/>
          </a:p>
          <a:p>
            <a:pPr indent="0" lvl="0" marL="0" rtl="0" algn="l">
              <a:spcBef>
                <a:spcPts val="0"/>
              </a:spcBef>
              <a:spcAft>
                <a:spcPts val="0"/>
              </a:spcAft>
              <a:buSzPts val="1200"/>
              <a:buNone/>
            </a:pPr>
            <a:r>
              <a:rPr lang="ru-RU" sz="1200"/>
              <a:t>results/lstm/of/OXY/window_02/metrics.csv</a:t>
            </a:r>
            <a:endParaRPr/>
          </a:p>
          <a:p>
            <a:pPr indent="0" lvl="0" marL="0" rtl="0" algn="l">
              <a:spcBef>
                <a:spcPts val="0"/>
              </a:spcBef>
              <a:spcAft>
                <a:spcPts val="0"/>
              </a:spcAft>
              <a:buSzPts val="1200"/>
              <a:buNone/>
            </a:pPr>
            <a:r>
              <a:rPr lang="ru-RU" sz="1200"/>
              <a:t>results/lstm/of/OXY/window_03/history.csv</a:t>
            </a:r>
            <a:endParaRPr/>
          </a:p>
          <a:p>
            <a:pPr indent="0" lvl="0" marL="0" rtl="0" algn="l">
              <a:spcBef>
                <a:spcPts val="0"/>
              </a:spcBef>
              <a:spcAft>
                <a:spcPts val="0"/>
              </a:spcAft>
              <a:buSzPts val="1200"/>
              <a:buNone/>
            </a:pPr>
            <a:r>
              <a:rPr lang="ru-RU" sz="1200"/>
              <a:t>results/lstm/of/OXY/window_03/metrics.csv</a:t>
            </a:r>
            <a:endParaRPr/>
          </a:p>
          <a:p>
            <a:pPr indent="0" lvl="0" marL="0" rtl="0" algn="l">
              <a:spcBef>
                <a:spcPts val="0"/>
              </a:spcBef>
              <a:spcAft>
                <a:spcPts val="0"/>
              </a:spcAft>
              <a:buSzPts val="1200"/>
              <a:buNone/>
            </a:pPr>
            <a:r>
              <a:rPr lang="ru-RU" sz="1200"/>
              <a:t>results/lstm/of/UBER/window_01/history.csv</a:t>
            </a:r>
            <a:endParaRPr/>
          </a:p>
          <a:p>
            <a:pPr indent="0" lvl="0" marL="0" rtl="0" algn="l">
              <a:spcBef>
                <a:spcPts val="0"/>
              </a:spcBef>
              <a:spcAft>
                <a:spcPts val="0"/>
              </a:spcAft>
              <a:buSzPts val="1200"/>
              <a:buNone/>
            </a:pPr>
            <a:r>
              <a:rPr lang="ru-RU" sz="1200"/>
              <a:t>results/lstm/of/UBER/window_01/metrics.csv</a:t>
            </a:r>
            <a:endParaRPr/>
          </a:p>
          <a:p>
            <a:pPr indent="0" lvl="0" marL="0" rtl="0" algn="l">
              <a:spcBef>
                <a:spcPts val="0"/>
              </a:spcBef>
              <a:spcAft>
                <a:spcPts val="0"/>
              </a:spcAft>
              <a:buSzPts val="1200"/>
              <a:buNone/>
            </a:pPr>
            <a:r>
              <a:rPr lang="ru-RU" sz="1200"/>
              <a:t>results/lstm/of/UBER/window_02/history.csv</a:t>
            </a:r>
            <a:endParaRPr/>
          </a:p>
          <a:p>
            <a:pPr indent="0" lvl="0" marL="0" rtl="0" algn="l">
              <a:spcBef>
                <a:spcPts val="0"/>
              </a:spcBef>
              <a:spcAft>
                <a:spcPts val="0"/>
              </a:spcAft>
              <a:buSzPts val="1200"/>
              <a:buNone/>
            </a:pPr>
            <a:r>
              <a:rPr lang="ru-RU" sz="1200"/>
              <a:t>results/lstm/of/UBER/window_02/metrics.csv</a:t>
            </a:r>
            <a:endParaRPr/>
          </a:p>
          <a:p>
            <a:pPr indent="0" lvl="0" marL="0" rtl="0" algn="l">
              <a:spcBef>
                <a:spcPts val="0"/>
              </a:spcBef>
              <a:spcAft>
                <a:spcPts val="0"/>
              </a:spcAft>
              <a:buSzPts val="1200"/>
              <a:buNone/>
            </a:pPr>
            <a:r>
              <a:rPr lang="ru-RU" sz="1200"/>
              <a:t>results/lstm/of/UBER/window_03/history.csv</a:t>
            </a:r>
            <a:endParaRPr/>
          </a:p>
          <a:p>
            <a:pPr indent="0" lvl="0" marL="0" rtl="0" algn="l">
              <a:spcBef>
                <a:spcPts val="0"/>
              </a:spcBef>
              <a:spcAft>
                <a:spcPts val="0"/>
              </a:spcAft>
              <a:buSzPts val="1200"/>
              <a:buNone/>
            </a:pPr>
            <a:r>
              <a:rPr lang="ru-RU" sz="1200"/>
              <a:t>results/lstm/of/UBER/window_03/metrics.csv</a:t>
            </a:r>
            <a:endParaRPr/>
          </a:p>
          <a:p>
            <a:pPr indent="0" lvl="0" marL="0" rtl="0" algn="l">
              <a:spcBef>
                <a:spcPts val="0"/>
              </a:spcBef>
              <a:spcAft>
                <a:spcPts val="0"/>
              </a:spcAft>
              <a:buSzPts val="1200"/>
              <a:buNone/>
            </a:pPr>
            <a:r>
              <a:rPr lang="ru-RU" sz="1200"/>
              <a:t>results/lstm/of/USB/window_01/history.csv</a:t>
            </a:r>
            <a:endParaRPr/>
          </a:p>
          <a:p>
            <a:pPr indent="0" lvl="0" marL="0" rtl="0" algn="l">
              <a:spcBef>
                <a:spcPts val="0"/>
              </a:spcBef>
              <a:spcAft>
                <a:spcPts val="0"/>
              </a:spcAft>
              <a:buSzPts val="1200"/>
              <a:buNone/>
            </a:pPr>
            <a:r>
              <a:rPr lang="ru-RU" sz="1200"/>
              <a:t>results/lstm/of/USB/window_01/metrics.csv</a:t>
            </a:r>
            <a:endParaRPr/>
          </a:p>
          <a:p>
            <a:pPr indent="0" lvl="0" marL="0" rtl="0" algn="l">
              <a:spcBef>
                <a:spcPts val="0"/>
              </a:spcBef>
              <a:spcAft>
                <a:spcPts val="0"/>
              </a:spcAft>
              <a:buSzPts val="1200"/>
              <a:buNone/>
            </a:pPr>
            <a:r>
              <a:rPr lang="ru-RU" sz="1200"/>
              <a:t>results/lstm/of/USB/window_02/history.csv</a:t>
            </a:r>
            <a:endParaRPr/>
          </a:p>
          <a:p>
            <a:pPr indent="0" lvl="0" marL="0" rtl="0" algn="l">
              <a:spcBef>
                <a:spcPts val="0"/>
              </a:spcBef>
              <a:spcAft>
                <a:spcPts val="0"/>
              </a:spcAft>
              <a:buSzPts val="1200"/>
              <a:buNone/>
            </a:pPr>
            <a:r>
              <a:rPr lang="ru-RU" sz="1200"/>
              <a:t>results/lstm/of/USB/window_02/metrics.csv</a:t>
            </a:r>
            <a:endParaRPr/>
          </a:p>
          <a:p>
            <a:pPr indent="0" lvl="0" marL="0" rtl="0" algn="l">
              <a:spcBef>
                <a:spcPts val="0"/>
              </a:spcBef>
              <a:spcAft>
                <a:spcPts val="0"/>
              </a:spcAft>
              <a:buSzPts val="1200"/>
              <a:buNone/>
            </a:pPr>
            <a:r>
              <a:rPr lang="ru-RU" sz="1200"/>
              <a:t>results/lstm/of/USB/window_03/history.csv</a:t>
            </a:r>
            <a:endParaRPr/>
          </a:p>
          <a:p>
            <a:pPr indent="0" lvl="0" marL="0" rtl="0" algn="l">
              <a:spcBef>
                <a:spcPts val="0"/>
              </a:spcBef>
              <a:spcAft>
                <a:spcPts val="0"/>
              </a:spcAft>
              <a:buSzPts val="1200"/>
              <a:buNone/>
            </a:pPr>
            <a:r>
              <a:rPr lang="ru-RU" sz="1200"/>
              <a:t>results/lstm/of/USB/window_03/metrics.csv</a:t>
            </a:r>
            <a:endParaRPr/>
          </a:p>
          <a:p>
            <a:pPr indent="0" lvl="0" marL="0" rtl="0" algn="l">
              <a:spcBef>
                <a:spcPts val="0"/>
              </a:spcBef>
              <a:spcAft>
                <a:spcPts val="0"/>
              </a:spcAft>
              <a:buSzPts val="1200"/>
              <a:buNone/>
            </a:pPr>
            <a:r>
              <a:rPr lang="ru-RU" sz="1200"/>
              <a:t>results/lstm/of/VZ/window_01/history.csv</a:t>
            </a:r>
            <a:endParaRPr/>
          </a:p>
          <a:p>
            <a:pPr indent="0" lvl="0" marL="0" rtl="0" algn="l">
              <a:spcBef>
                <a:spcPts val="0"/>
              </a:spcBef>
              <a:spcAft>
                <a:spcPts val="0"/>
              </a:spcAft>
              <a:buSzPts val="1200"/>
              <a:buNone/>
            </a:pPr>
            <a:r>
              <a:rPr lang="ru-RU" sz="1200"/>
              <a:t>results/lstm/of/VZ/window_01/metrics.csv</a:t>
            </a:r>
            <a:endParaRPr/>
          </a:p>
          <a:p>
            <a:pPr indent="0" lvl="0" marL="0" rtl="0" algn="l">
              <a:spcBef>
                <a:spcPts val="0"/>
              </a:spcBef>
              <a:spcAft>
                <a:spcPts val="0"/>
              </a:spcAft>
              <a:buSzPts val="1200"/>
              <a:buNone/>
            </a:pPr>
            <a:r>
              <a:rPr lang="ru-RU" sz="1200"/>
              <a:t>results/lstm/of/VZ/window_02/history.csv</a:t>
            </a:r>
            <a:endParaRPr/>
          </a:p>
          <a:p>
            <a:pPr indent="0" lvl="0" marL="0" rtl="0" algn="l">
              <a:spcBef>
                <a:spcPts val="0"/>
              </a:spcBef>
              <a:spcAft>
                <a:spcPts val="0"/>
              </a:spcAft>
              <a:buSzPts val="1200"/>
              <a:buNone/>
            </a:pPr>
            <a:r>
              <a:rPr lang="ru-RU" sz="1200"/>
              <a:t>results/lstm/of/VZ/window_02/metrics.csv</a:t>
            </a:r>
            <a:endParaRPr/>
          </a:p>
          <a:p>
            <a:pPr indent="0" lvl="0" marL="0" rtl="0" algn="l">
              <a:spcBef>
                <a:spcPts val="0"/>
              </a:spcBef>
              <a:spcAft>
                <a:spcPts val="0"/>
              </a:spcAft>
              <a:buSzPts val="1200"/>
              <a:buNone/>
            </a:pPr>
            <a:r>
              <a:rPr lang="ru-RU" sz="1200"/>
              <a:t>results/lstm/of/VZ/window_03/history.csv</a:t>
            </a:r>
            <a:endParaRPr/>
          </a:p>
          <a:p>
            <a:pPr indent="0" lvl="0" marL="0" rtl="0" algn="l">
              <a:spcBef>
                <a:spcPts val="0"/>
              </a:spcBef>
              <a:spcAft>
                <a:spcPts val="0"/>
              </a:spcAft>
              <a:buSzPts val="1200"/>
              <a:buNone/>
            </a:pPr>
            <a:r>
              <a:rPr lang="ru-RU" sz="1200"/>
              <a:t>results/lstm/of/VZ/window_03/metrics.csv</a:t>
            </a:r>
            <a:endParaRPr/>
          </a:p>
          <a:p>
            <a:pPr indent="0" lvl="0" marL="0" rtl="0" algn="l">
              <a:spcBef>
                <a:spcPts val="0"/>
              </a:spcBef>
              <a:spcAft>
                <a:spcPts val="0"/>
              </a:spcAft>
              <a:buSzPts val="1200"/>
              <a:buNone/>
            </a:pPr>
            <a:r>
              <a:rPr lang="ru-RU" sz="1200"/>
              <a:t>results/lstm/ofi/BAC/window_01/history.csv</a:t>
            </a:r>
            <a:endParaRPr/>
          </a:p>
          <a:p>
            <a:pPr indent="0" lvl="0" marL="0" rtl="0" algn="l">
              <a:spcBef>
                <a:spcPts val="0"/>
              </a:spcBef>
              <a:spcAft>
                <a:spcPts val="0"/>
              </a:spcAft>
              <a:buSzPts val="1200"/>
              <a:buNone/>
            </a:pPr>
            <a:r>
              <a:rPr lang="ru-RU" sz="1200"/>
              <a:t>results/lstm/ofi/BAC/window_01/metrics.csv</a:t>
            </a:r>
            <a:endParaRPr/>
          </a:p>
          <a:p>
            <a:pPr indent="0" lvl="0" marL="0" rtl="0" algn="l">
              <a:spcBef>
                <a:spcPts val="0"/>
              </a:spcBef>
              <a:spcAft>
                <a:spcPts val="0"/>
              </a:spcAft>
              <a:buSzPts val="1200"/>
              <a:buNone/>
            </a:pPr>
            <a:r>
              <a:rPr lang="ru-RU" sz="1200"/>
              <a:t>results/lstm/ofi/BAC/window_02/history.csv</a:t>
            </a:r>
            <a:endParaRPr/>
          </a:p>
          <a:p>
            <a:pPr indent="0" lvl="0" marL="0" rtl="0" algn="l">
              <a:spcBef>
                <a:spcPts val="0"/>
              </a:spcBef>
              <a:spcAft>
                <a:spcPts val="0"/>
              </a:spcAft>
              <a:buSzPts val="1200"/>
              <a:buNone/>
            </a:pPr>
            <a:r>
              <a:rPr lang="ru-RU" sz="1200"/>
              <a:t>results/lstm/ofi/BAC/window_02/metrics.csv</a:t>
            </a:r>
            <a:endParaRPr/>
          </a:p>
          <a:p>
            <a:pPr indent="0" lvl="0" marL="0" rtl="0" algn="l">
              <a:spcBef>
                <a:spcPts val="0"/>
              </a:spcBef>
              <a:spcAft>
                <a:spcPts val="0"/>
              </a:spcAft>
              <a:buSzPts val="1200"/>
              <a:buNone/>
            </a:pPr>
            <a:r>
              <a:rPr lang="ru-RU" sz="1200"/>
              <a:t>results/lstm/ofi/BAC/window_03/history.csv</a:t>
            </a:r>
            <a:endParaRPr/>
          </a:p>
          <a:p>
            <a:pPr indent="0" lvl="0" marL="0" rtl="0" algn="l">
              <a:spcBef>
                <a:spcPts val="0"/>
              </a:spcBef>
              <a:spcAft>
                <a:spcPts val="0"/>
              </a:spcAft>
              <a:buSzPts val="1200"/>
              <a:buNone/>
            </a:pPr>
            <a:r>
              <a:rPr lang="ru-RU" sz="1200"/>
              <a:t>results/lstm/ofi/BAC/window_03/metrics.csv</a:t>
            </a:r>
            <a:endParaRPr/>
          </a:p>
          <a:p>
            <a:pPr indent="0" lvl="0" marL="0" rtl="0" algn="l">
              <a:spcBef>
                <a:spcPts val="0"/>
              </a:spcBef>
              <a:spcAft>
                <a:spcPts val="0"/>
              </a:spcAft>
              <a:buSzPts val="1200"/>
              <a:buNone/>
            </a:pPr>
            <a:r>
              <a:rPr lang="ru-RU" sz="1200"/>
              <a:t>results/lstm/ofi/NKE/window_01/history.csv</a:t>
            </a:r>
            <a:endParaRPr/>
          </a:p>
          <a:p>
            <a:pPr indent="0" lvl="0" marL="0" rtl="0" algn="l">
              <a:spcBef>
                <a:spcPts val="0"/>
              </a:spcBef>
              <a:spcAft>
                <a:spcPts val="0"/>
              </a:spcAft>
              <a:buSzPts val="1200"/>
              <a:buNone/>
            </a:pPr>
            <a:r>
              <a:rPr lang="ru-RU" sz="1200"/>
              <a:t>results/lstm/ofi/NKE/window_01/metrics.csv</a:t>
            </a:r>
            <a:endParaRPr/>
          </a:p>
          <a:p>
            <a:pPr indent="0" lvl="0" marL="0" rtl="0" algn="l">
              <a:spcBef>
                <a:spcPts val="0"/>
              </a:spcBef>
              <a:spcAft>
                <a:spcPts val="0"/>
              </a:spcAft>
              <a:buSzPts val="1200"/>
              <a:buNone/>
            </a:pPr>
            <a:r>
              <a:rPr lang="ru-RU" sz="1200"/>
              <a:t>results/lstm/ofi/NKE/window_02/history.csv</a:t>
            </a:r>
            <a:endParaRPr/>
          </a:p>
          <a:p>
            <a:pPr indent="0" lvl="0" marL="0" rtl="0" algn="l">
              <a:spcBef>
                <a:spcPts val="0"/>
              </a:spcBef>
              <a:spcAft>
                <a:spcPts val="0"/>
              </a:spcAft>
              <a:buSzPts val="1200"/>
              <a:buNone/>
            </a:pPr>
            <a:r>
              <a:rPr lang="ru-RU" sz="1200"/>
              <a:t>results/lstm/ofi/NKE/window_02/metrics.csv</a:t>
            </a:r>
            <a:endParaRPr/>
          </a:p>
          <a:p>
            <a:pPr indent="0" lvl="0" marL="0" rtl="0" algn="l">
              <a:spcBef>
                <a:spcPts val="0"/>
              </a:spcBef>
              <a:spcAft>
                <a:spcPts val="0"/>
              </a:spcAft>
              <a:buSzPts val="1200"/>
              <a:buNone/>
            </a:pPr>
            <a:r>
              <a:rPr lang="ru-RU" sz="1200"/>
              <a:t>results/lstm/ofi/NKE/window_03/history.csv</a:t>
            </a:r>
            <a:endParaRPr/>
          </a:p>
          <a:p>
            <a:pPr indent="0" lvl="0" marL="0" rtl="0" algn="l">
              <a:spcBef>
                <a:spcPts val="0"/>
              </a:spcBef>
              <a:spcAft>
                <a:spcPts val="0"/>
              </a:spcAft>
              <a:buSzPts val="1200"/>
              <a:buNone/>
            </a:pPr>
            <a:r>
              <a:rPr lang="ru-RU" sz="1200"/>
              <a:t>results/lstm/ofi/NKE/window_03/metrics.csv</a:t>
            </a:r>
            <a:endParaRPr/>
          </a:p>
          <a:p>
            <a:pPr indent="0" lvl="0" marL="0" rtl="0" algn="l">
              <a:spcBef>
                <a:spcPts val="0"/>
              </a:spcBef>
              <a:spcAft>
                <a:spcPts val="0"/>
              </a:spcAft>
              <a:buSzPts val="1200"/>
              <a:buNone/>
            </a:pPr>
            <a:r>
              <a:rPr lang="ru-RU" sz="1200"/>
              <a:t>results/lstm/ofi/OXY/window_01/history.csv</a:t>
            </a:r>
            <a:endParaRPr/>
          </a:p>
          <a:p>
            <a:pPr indent="0" lvl="0" marL="0" rtl="0" algn="l">
              <a:spcBef>
                <a:spcPts val="0"/>
              </a:spcBef>
              <a:spcAft>
                <a:spcPts val="0"/>
              </a:spcAft>
              <a:buSzPts val="1200"/>
              <a:buNone/>
            </a:pPr>
            <a:r>
              <a:rPr lang="ru-RU" sz="1200"/>
              <a:t>results/lstm/ofi/OXY/window_01/metrics.csv</a:t>
            </a:r>
            <a:endParaRPr/>
          </a:p>
          <a:p>
            <a:pPr indent="0" lvl="0" marL="0" rtl="0" algn="l">
              <a:spcBef>
                <a:spcPts val="0"/>
              </a:spcBef>
              <a:spcAft>
                <a:spcPts val="0"/>
              </a:spcAft>
              <a:buSzPts val="1200"/>
              <a:buNone/>
            </a:pPr>
            <a:r>
              <a:rPr lang="ru-RU" sz="1200"/>
              <a:t>results/lstm/ofi/OXY/window_02/history.csv</a:t>
            </a:r>
            <a:endParaRPr/>
          </a:p>
          <a:p>
            <a:pPr indent="0" lvl="0" marL="0" rtl="0" algn="l">
              <a:spcBef>
                <a:spcPts val="0"/>
              </a:spcBef>
              <a:spcAft>
                <a:spcPts val="0"/>
              </a:spcAft>
              <a:buSzPts val="1200"/>
              <a:buNone/>
            </a:pPr>
            <a:r>
              <a:rPr lang="ru-RU" sz="1200"/>
              <a:t>results/lstm/ofi/OXY/window_02/metrics.csv</a:t>
            </a:r>
            <a:endParaRPr/>
          </a:p>
          <a:p>
            <a:pPr indent="0" lvl="0" marL="0" rtl="0" algn="l">
              <a:spcBef>
                <a:spcPts val="0"/>
              </a:spcBef>
              <a:spcAft>
                <a:spcPts val="0"/>
              </a:spcAft>
              <a:buSzPts val="1200"/>
              <a:buNone/>
            </a:pPr>
            <a:r>
              <a:rPr lang="ru-RU" sz="1200"/>
              <a:t>results/lstm/ofi/OXY/window_03/history.csv</a:t>
            </a:r>
            <a:endParaRPr/>
          </a:p>
          <a:p>
            <a:pPr indent="0" lvl="0" marL="0" rtl="0" algn="l">
              <a:spcBef>
                <a:spcPts val="0"/>
              </a:spcBef>
              <a:spcAft>
                <a:spcPts val="0"/>
              </a:spcAft>
              <a:buSzPts val="1200"/>
              <a:buNone/>
            </a:pPr>
            <a:r>
              <a:rPr lang="ru-RU" sz="1200"/>
              <a:t>results/lstm/ofi/OXY/window_03/metrics.csv</a:t>
            </a:r>
            <a:endParaRPr/>
          </a:p>
          <a:p>
            <a:pPr indent="0" lvl="0" marL="0" rtl="0" algn="l">
              <a:spcBef>
                <a:spcPts val="0"/>
              </a:spcBef>
              <a:spcAft>
                <a:spcPts val="0"/>
              </a:spcAft>
              <a:buSzPts val="1200"/>
              <a:buNone/>
            </a:pPr>
            <a:r>
              <a:rPr lang="ru-RU" sz="1200"/>
              <a:t>results/lstm/ofi/UBER/window_01/history.csv</a:t>
            </a:r>
            <a:endParaRPr/>
          </a:p>
          <a:p>
            <a:pPr indent="0" lvl="0" marL="0" rtl="0" algn="l">
              <a:spcBef>
                <a:spcPts val="0"/>
              </a:spcBef>
              <a:spcAft>
                <a:spcPts val="0"/>
              </a:spcAft>
              <a:buSzPts val="1200"/>
              <a:buNone/>
            </a:pPr>
            <a:r>
              <a:rPr lang="ru-RU" sz="1200"/>
              <a:t>results/lstm/ofi/UBER/window_01/metrics.csv</a:t>
            </a:r>
            <a:endParaRPr/>
          </a:p>
          <a:p>
            <a:pPr indent="0" lvl="0" marL="0" rtl="0" algn="l">
              <a:spcBef>
                <a:spcPts val="0"/>
              </a:spcBef>
              <a:spcAft>
                <a:spcPts val="0"/>
              </a:spcAft>
              <a:buSzPts val="1200"/>
              <a:buNone/>
            </a:pPr>
            <a:r>
              <a:rPr lang="ru-RU" sz="1200"/>
              <a:t>results/lstm/ofi/UBER/window_02/history.csv</a:t>
            </a:r>
            <a:endParaRPr/>
          </a:p>
          <a:p>
            <a:pPr indent="0" lvl="0" marL="0" rtl="0" algn="l">
              <a:spcBef>
                <a:spcPts val="0"/>
              </a:spcBef>
              <a:spcAft>
                <a:spcPts val="0"/>
              </a:spcAft>
              <a:buSzPts val="1200"/>
              <a:buNone/>
            </a:pPr>
            <a:r>
              <a:rPr lang="ru-RU" sz="1200"/>
              <a:t>results/lstm/ofi/UBER/window_02/metrics.csv</a:t>
            </a:r>
            <a:endParaRPr/>
          </a:p>
          <a:p>
            <a:pPr indent="0" lvl="0" marL="0" rtl="0" algn="l">
              <a:spcBef>
                <a:spcPts val="0"/>
              </a:spcBef>
              <a:spcAft>
                <a:spcPts val="0"/>
              </a:spcAft>
              <a:buSzPts val="1200"/>
              <a:buNone/>
            </a:pPr>
            <a:r>
              <a:rPr lang="ru-RU" sz="1200"/>
              <a:t>results/lstm/ofi/UBER/window_03/history.csv</a:t>
            </a:r>
            <a:endParaRPr/>
          </a:p>
          <a:p>
            <a:pPr indent="0" lvl="0" marL="0" rtl="0" algn="l">
              <a:spcBef>
                <a:spcPts val="0"/>
              </a:spcBef>
              <a:spcAft>
                <a:spcPts val="0"/>
              </a:spcAft>
              <a:buSzPts val="1200"/>
              <a:buNone/>
            </a:pPr>
            <a:r>
              <a:rPr lang="ru-RU" sz="1200"/>
              <a:t>results/lstm/ofi/UBER/window_03/metrics.csv</a:t>
            </a:r>
            <a:endParaRPr/>
          </a:p>
          <a:p>
            <a:pPr indent="0" lvl="0" marL="0" rtl="0" algn="l">
              <a:spcBef>
                <a:spcPts val="0"/>
              </a:spcBef>
              <a:spcAft>
                <a:spcPts val="0"/>
              </a:spcAft>
              <a:buSzPts val="1200"/>
              <a:buNone/>
            </a:pPr>
            <a:r>
              <a:rPr lang="ru-RU" sz="1200"/>
              <a:t>results/lstm/ofi/USB/window_01/history.csv</a:t>
            </a:r>
            <a:endParaRPr/>
          </a:p>
          <a:p>
            <a:pPr indent="0" lvl="0" marL="0" rtl="0" algn="l">
              <a:spcBef>
                <a:spcPts val="0"/>
              </a:spcBef>
              <a:spcAft>
                <a:spcPts val="0"/>
              </a:spcAft>
              <a:buSzPts val="1200"/>
              <a:buNone/>
            </a:pPr>
            <a:r>
              <a:rPr lang="ru-RU" sz="1200"/>
              <a:t>results/lstm/ofi/USB/window_01/metrics.csv</a:t>
            </a:r>
            <a:endParaRPr/>
          </a:p>
          <a:p>
            <a:pPr indent="0" lvl="0" marL="0" rtl="0" algn="l">
              <a:spcBef>
                <a:spcPts val="0"/>
              </a:spcBef>
              <a:spcAft>
                <a:spcPts val="0"/>
              </a:spcAft>
              <a:buSzPts val="1200"/>
              <a:buNone/>
            </a:pPr>
            <a:r>
              <a:rPr lang="ru-RU" sz="1200"/>
              <a:t>results/lstm/ofi/USB/window_02/history.csv</a:t>
            </a:r>
            <a:endParaRPr/>
          </a:p>
          <a:p>
            <a:pPr indent="0" lvl="0" marL="0" rtl="0" algn="l">
              <a:spcBef>
                <a:spcPts val="0"/>
              </a:spcBef>
              <a:spcAft>
                <a:spcPts val="0"/>
              </a:spcAft>
              <a:buSzPts val="1200"/>
              <a:buNone/>
            </a:pPr>
            <a:r>
              <a:rPr lang="ru-RU" sz="1200"/>
              <a:t>results/lstm/ofi/USB/window_02/metrics.csv</a:t>
            </a:r>
            <a:endParaRPr/>
          </a:p>
          <a:p>
            <a:pPr indent="0" lvl="0" marL="0" rtl="0" algn="l">
              <a:spcBef>
                <a:spcPts val="0"/>
              </a:spcBef>
              <a:spcAft>
                <a:spcPts val="0"/>
              </a:spcAft>
              <a:buSzPts val="1200"/>
              <a:buNone/>
            </a:pPr>
            <a:r>
              <a:rPr lang="ru-RU" sz="1200"/>
              <a:t>results/lstm/ofi/USB/window_03/history.csv</a:t>
            </a:r>
            <a:endParaRPr/>
          </a:p>
          <a:p>
            <a:pPr indent="0" lvl="0" marL="0" rtl="0" algn="l">
              <a:spcBef>
                <a:spcPts val="0"/>
              </a:spcBef>
              <a:spcAft>
                <a:spcPts val="0"/>
              </a:spcAft>
              <a:buSzPts val="1200"/>
              <a:buNone/>
            </a:pPr>
            <a:r>
              <a:rPr lang="ru-RU" sz="1200"/>
              <a:t>results/lstm/ofi/USB/window_03/metrics.csv</a:t>
            </a:r>
            <a:endParaRPr/>
          </a:p>
          <a:p>
            <a:pPr indent="0" lvl="0" marL="0" rtl="0" algn="l">
              <a:spcBef>
                <a:spcPts val="0"/>
              </a:spcBef>
              <a:spcAft>
                <a:spcPts val="0"/>
              </a:spcAft>
              <a:buSzPts val="1200"/>
              <a:buNone/>
            </a:pPr>
            <a:r>
              <a:rPr lang="ru-RU" sz="1200"/>
              <a:t>results/lstm/ofi/VZ/window_01/history.csv</a:t>
            </a:r>
            <a:endParaRPr/>
          </a:p>
          <a:p>
            <a:pPr indent="0" lvl="0" marL="0" rtl="0" algn="l">
              <a:spcBef>
                <a:spcPts val="0"/>
              </a:spcBef>
              <a:spcAft>
                <a:spcPts val="0"/>
              </a:spcAft>
              <a:buSzPts val="1200"/>
              <a:buNone/>
            </a:pPr>
            <a:r>
              <a:rPr lang="ru-RU" sz="1200"/>
              <a:t>results/lstm/ofi/VZ/window_01/metrics.csv</a:t>
            </a:r>
            <a:endParaRPr/>
          </a:p>
          <a:p>
            <a:pPr indent="0" lvl="0" marL="0" rtl="0" algn="l">
              <a:spcBef>
                <a:spcPts val="0"/>
              </a:spcBef>
              <a:spcAft>
                <a:spcPts val="0"/>
              </a:spcAft>
              <a:buSzPts val="1200"/>
              <a:buNone/>
            </a:pPr>
            <a:r>
              <a:rPr lang="ru-RU" sz="1200"/>
              <a:t>results/lstm/ofi/VZ/window_02/history.csv</a:t>
            </a:r>
            <a:endParaRPr/>
          </a:p>
          <a:p>
            <a:pPr indent="0" lvl="0" marL="0" rtl="0" algn="l">
              <a:spcBef>
                <a:spcPts val="0"/>
              </a:spcBef>
              <a:spcAft>
                <a:spcPts val="0"/>
              </a:spcAft>
              <a:buSzPts val="1200"/>
              <a:buNone/>
            </a:pPr>
            <a:r>
              <a:rPr lang="ru-RU" sz="1200"/>
              <a:t>results/lstm/ofi/VZ/window_02/metrics.csv</a:t>
            </a:r>
            <a:endParaRPr/>
          </a:p>
          <a:p>
            <a:pPr indent="0" lvl="0" marL="0" rtl="0" algn="l">
              <a:spcBef>
                <a:spcPts val="0"/>
              </a:spcBef>
              <a:spcAft>
                <a:spcPts val="0"/>
              </a:spcAft>
              <a:buSzPts val="1200"/>
              <a:buNone/>
            </a:pPr>
            <a:r>
              <a:rPr lang="ru-RU" sz="1200"/>
              <a:t>results/lstm/ofi/VZ/window_03/history.csv</a:t>
            </a:r>
            <a:endParaRPr/>
          </a:p>
          <a:p>
            <a:pPr indent="0" lvl="0" marL="0" rtl="0" algn="l">
              <a:spcBef>
                <a:spcPts val="0"/>
              </a:spcBef>
              <a:spcAft>
                <a:spcPts val="0"/>
              </a:spcAft>
              <a:buSzPts val="1200"/>
              <a:buNone/>
            </a:pPr>
            <a:r>
              <a:rPr lang="ru-RU" sz="1200"/>
              <a:t>results/lstm/ofi/VZ/window_03/metrics.csv</a:t>
            </a:r>
            <a:endParaRPr/>
          </a:p>
          <a:p>
            <a:pPr indent="0" lvl="0" marL="0" rtl="0" algn="l">
              <a:spcBef>
                <a:spcPts val="0"/>
              </a:spcBef>
              <a:spcAft>
                <a:spcPts val="0"/>
              </a:spcAft>
              <a:buSzPts val="1200"/>
              <a:buNone/>
            </a:pPr>
            <a:r>
              <a:rPr lang="ru-RU" sz="1200"/>
              <a:t>results/lstm3/of/BAC/window_01/history.csv</a:t>
            </a:r>
            <a:endParaRPr/>
          </a:p>
          <a:p>
            <a:pPr indent="0" lvl="0" marL="0" rtl="0" algn="l">
              <a:spcBef>
                <a:spcPts val="0"/>
              </a:spcBef>
              <a:spcAft>
                <a:spcPts val="0"/>
              </a:spcAft>
              <a:buSzPts val="1200"/>
              <a:buNone/>
            </a:pPr>
            <a:r>
              <a:rPr lang="ru-RU" sz="1200"/>
              <a:t>results/lstm3/of/BAC/window_01/metrics.csv</a:t>
            </a:r>
            <a:endParaRPr/>
          </a:p>
          <a:p>
            <a:pPr indent="0" lvl="0" marL="0" rtl="0" algn="l">
              <a:spcBef>
                <a:spcPts val="0"/>
              </a:spcBef>
              <a:spcAft>
                <a:spcPts val="0"/>
              </a:spcAft>
              <a:buSzPts val="1200"/>
              <a:buNone/>
            </a:pPr>
            <a:r>
              <a:rPr lang="ru-RU" sz="1200"/>
              <a:t>results/lstm3/of/BAC/window_02/history.csv</a:t>
            </a:r>
            <a:endParaRPr/>
          </a:p>
          <a:p>
            <a:pPr indent="0" lvl="0" marL="0" rtl="0" algn="l">
              <a:spcBef>
                <a:spcPts val="0"/>
              </a:spcBef>
              <a:spcAft>
                <a:spcPts val="0"/>
              </a:spcAft>
              <a:buSzPts val="1200"/>
              <a:buNone/>
            </a:pPr>
            <a:r>
              <a:rPr lang="ru-RU" sz="1200"/>
              <a:t>results/lstm3/of/BAC/window_02/metrics.csv</a:t>
            </a:r>
            <a:endParaRPr/>
          </a:p>
          <a:p>
            <a:pPr indent="0" lvl="0" marL="0" rtl="0" algn="l">
              <a:spcBef>
                <a:spcPts val="0"/>
              </a:spcBef>
              <a:spcAft>
                <a:spcPts val="0"/>
              </a:spcAft>
              <a:buSzPts val="1200"/>
              <a:buNone/>
            </a:pPr>
            <a:r>
              <a:rPr lang="ru-RU" sz="1200"/>
              <a:t>results/lstm3/of/BAC/window_03/history.csv</a:t>
            </a:r>
            <a:endParaRPr/>
          </a:p>
          <a:p>
            <a:pPr indent="0" lvl="0" marL="0" rtl="0" algn="l">
              <a:spcBef>
                <a:spcPts val="0"/>
              </a:spcBef>
              <a:spcAft>
                <a:spcPts val="0"/>
              </a:spcAft>
              <a:buSzPts val="1200"/>
              <a:buNone/>
            </a:pPr>
            <a:r>
              <a:rPr lang="ru-RU" sz="1200"/>
              <a:t>results/lstm3/of/BAC/window_03/metrics.csv</a:t>
            </a:r>
            <a:endParaRPr/>
          </a:p>
          <a:p>
            <a:pPr indent="0" lvl="0" marL="0" rtl="0" algn="l">
              <a:spcBef>
                <a:spcPts val="0"/>
              </a:spcBef>
              <a:spcAft>
                <a:spcPts val="0"/>
              </a:spcAft>
              <a:buSzPts val="1200"/>
              <a:buNone/>
            </a:pPr>
            <a:r>
              <a:rPr lang="ru-RU" sz="1200"/>
              <a:t>results/lstm3/of/NKE/window_01/history.csv</a:t>
            </a:r>
            <a:endParaRPr/>
          </a:p>
          <a:p>
            <a:pPr indent="0" lvl="0" marL="0" rtl="0" algn="l">
              <a:spcBef>
                <a:spcPts val="0"/>
              </a:spcBef>
              <a:spcAft>
                <a:spcPts val="0"/>
              </a:spcAft>
              <a:buSzPts val="1200"/>
              <a:buNone/>
            </a:pPr>
            <a:r>
              <a:rPr lang="ru-RU" sz="1200"/>
              <a:t>results/lstm3/of/NKE/window_01/metrics.csv</a:t>
            </a:r>
            <a:endParaRPr/>
          </a:p>
          <a:p>
            <a:pPr indent="0" lvl="0" marL="0" rtl="0" algn="l">
              <a:spcBef>
                <a:spcPts val="0"/>
              </a:spcBef>
              <a:spcAft>
                <a:spcPts val="0"/>
              </a:spcAft>
              <a:buSzPts val="1200"/>
              <a:buNone/>
            </a:pPr>
            <a:r>
              <a:rPr lang="ru-RU" sz="1200"/>
              <a:t>results/lstm3/of/NKE/window_02/history.csv</a:t>
            </a:r>
            <a:endParaRPr/>
          </a:p>
          <a:p>
            <a:pPr indent="0" lvl="0" marL="0" rtl="0" algn="l">
              <a:spcBef>
                <a:spcPts val="0"/>
              </a:spcBef>
              <a:spcAft>
                <a:spcPts val="0"/>
              </a:spcAft>
              <a:buSzPts val="1200"/>
              <a:buNone/>
            </a:pPr>
            <a:r>
              <a:rPr lang="ru-RU" sz="1200"/>
              <a:t>results/lstm3/of/NKE/window_02/metrics.csv</a:t>
            </a:r>
            <a:endParaRPr/>
          </a:p>
          <a:p>
            <a:pPr indent="0" lvl="0" marL="0" rtl="0" algn="l">
              <a:spcBef>
                <a:spcPts val="0"/>
              </a:spcBef>
              <a:spcAft>
                <a:spcPts val="0"/>
              </a:spcAft>
              <a:buSzPts val="1200"/>
              <a:buNone/>
            </a:pPr>
            <a:r>
              <a:rPr lang="ru-RU" sz="1200"/>
              <a:t>results/lstm3/of/NKE/window_03/history.csv</a:t>
            </a:r>
            <a:endParaRPr/>
          </a:p>
          <a:p>
            <a:pPr indent="0" lvl="0" marL="0" rtl="0" algn="l">
              <a:spcBef>
                <a:spcPts val="0"/>
              </a:spcBef>
              <a:spcAft>
                <a:spcPts val="0"/>
              </a:spcAft>
              <a:buSzPts val="1200"/>
              <a:buNone/>
            </a:pPr>
            <a:r>
              <a:rPr lang="ru-RU" sz="1200"/>
              <a:t>results/lstm3/of/NKE/window_03/metrics.csv</a:t>
            </a:r>
            <a:endParaRPr/>
          </a:p>
          <a:p>
            <a:pPr indent="0" lvl="0" marL="0" rtl="0" algn="l">
              <a:spcBef>
                <a:spcPts val="0"/>
              </a:spcBef>
              <a:spcAft>
                <a:spcPts val="0"/>
              </a:spcAft>
              <a:buSzPts val="1200"/>
              <a:buNone/>
            </a:pPr>
            <a:r>
              <a:rPr lang="ru-RU" sz="1200"/>
              <a:t>results/lstm3/of/OXY/window_01/history.csv</a:t>
            </a:r>
            <a:endParaRPr/>
          </a:p>
          <a:p>
            <a:pPr indent="0" lvl="0" marL="0" rtl="0" algn="l">
              <a:spcBef>
                <a:spcPts val="0"/>
              </a:spcBef>
              <a:spcAft>
                <a:spcPts val="0"/>
              </a:spcAft>
              <a:buSzPts val="1200"/>
              <a:buNone/>
            </a:pPr>
            <a:r>
              <a:rPr lang="ru-RU" sz="1200"/>
              <a:t>results/lstm3/of/OXY/window_01/metrics.csv</a:t>
            </a:r>
            <a:endParaRPr/>
          </a:p>
          <a:p>
            <a:pPr indent="0" lvl="0" marL="0" rtl="0" algn="l">
              <a:spcBef>
                <a:spcPts val="0"/>
              </a:spcBef>
              <a:spcAft>
                <a:spcPts val="0"/>
              </a:spcAft>
              <a:buSzPts val="1200"/>
              <a:buNone/>
            </a:pPr>
            <a:r>
              <a:rPr lang="ru-RU" sz="1200"/>
              <a:t>results/lstm3/of/OXY/window_02/history.csv</a:t>
            </a:r>
            <a:endParaRPr/>
          </a:p>
          <a:p>
            <a:pPr indent="0" lvl="0" marL="0" rtl="0" algn="l">
              <a:spcBef>
                <a:spcPts val="0"/>
              </a:spcBef>
              <a:spcAft>
                <a:spcPts val="0"/>
              </a:spcAft>
              <a:buSzPts val="1200"/>
              <a:buNone/>
            </a:pPr>
            <a:r>
              <a:rPr lang="ru-RU" sz="1200"/>
              <a:t>results/lstm3/of/OXY/window_02/metrics.csv</a:t>
            </a:r>
            <a:endParaRPr/>
          </a:p>
          <a:p>
            <a:pPr indent="0" lvl="0" marL="0" rtl="0" algn="l">
              <a:spcBef>
                <a:spcPts val="0"/>
              </a:spcBef>
              <a:spcAft>
                <a:spcPts val="0"/>
              </a:spcAft>
              <a:buSzPts val="1200"/>
              <a:buNone/>
            </a:pPr>
            <a:r>
              <a:rPr lang="ru-RU" sz="1200"/>
              <a:t>results/lstm3/of/OXY/window_03/history.csv</a:t>
            </a:r>
            <a:endParaRPr/>
          </a:p>
          <a:p>
            <a:pPr indent="0" lvl="0" marL="0" rtl="0" algn="l">
              <a:spcBef>
                <a:spcPts val="0"/>
              </a:spcBef>
              <a:spcAft>
                <a:spcPts val="0"/>
              </a:spcAft>
              <a:buSzPts val="1200"/>
              <a:buNone/>
            </a:pPr>
            <a:r>
              <a:rPr lang="ru-RU" sz="1200"/>
              <a:t>results/lstm3/of/OXY/window_03/metrics.csv</a:t>
            </a:r>
            <a:endParaRPr/>
          </a:p>
          <a:p>
            <a:pPr indent="0" lvl="0" marL="0" rtl="0" algn="l">
              <a:spcBef>
                <a:spcPts val="0"/>
              </a:spcBef>
              <a:spcAft>
                <a:spcPts val="0"/>
              </a:spcAft>
              <a:buSzPts val="1200"/>
              <a:buNone/>
            </a:pPr>
            <a:r>
              <a:rPr lang="ru-RU" sz="1200"/>
              <a:t>results/lstm3/of/UBER/window_01/history.csv</a:t>
            </a:r>
            <a:endParaRPr/>
          </a:p>
          <a:p>
            <a:pPr indent="0" lvl="0" marL="0" rtl="0" algn="l">
              <a:spcBef>
                <a:spcPts val="0"/>
              </a:spcBef>
              <a:spcAft>
                <a:spcPts val="0"/>
              </a:spcAft>
              <a:buSzPts val="1200"/>
              <a:buNone/>
            </a:pPr>
            <a:r>
              <a:rPr lang="ru-RU" sz="1200"/>
              <a:t>results/lstm3/of/UBER/window_01/metrics.csv</a:t>
            </a:r>
            <a:endParaRPr/>
          </a:p>
          <a:p>
            <a:pPr indent="0" lvl="0" marL="0" rtl="0" algn="l">
              <a:spcBef>
                <a:spcPts val="0"/>
              </a:spcBef>
              <a:spcAft>
                <a:spcPts val="0"/>
              </a:spcAft>
              <a:buSzPts val="1200"/>
              <a:buNone/>
            </a:pPr>
            <a:r>
              <a:rPr lang="ru-RU" sz="1200"/>
              <a:t>results/lstm3/of/UBER/window_02/history.csv</a:t>
            </a:r>
            <a:endParaRPr/>
          </a:p>
          <a:p>
            <a:pPr indent="0" lvl="0" marL="0" rtl="0" algn="l">
              <a:spcBef>
                <a:spcPts val="0"/>
              </a:spcBef>
              <a:spcAft>
                <a:spcPts val="0"/>
              </a:spcAft>
              <a:buSzPts val="1200"/>
              <a:buNone/>
            </a:pPr>
            <a:r>
              <a:rPr lang="ru-RU" sz="1200"/>
              <a:t>results/lstm3/of/UBER/window_02/metrics.csv</a:t>
            </a:r>
            <a:endParaRPr/>
          </a:p>
          <a:p>
            <a:pPr indent="0" lvl="0" marL="0" rtl="0" algn="l">
              <a:spcBef>
                <a:spcPts val="0"/>
              </a:spcBef>
              <a:spcAft>
                <a:spcPts val="0"/>
              </a:spcAft>
              <a:buSzPts val="1200"/>
              <a:buNone/>
            </a:pPr>
            <a:r>
              <a:rPr lang="ru-RU" sz="1200"/>
              <a:t>results/lstm3/of/UBER/window_03/history.csv</a:t>
            </a:r>
            <a:endParaRPr/>
          </a:p>
          <a:p>
            <a:pPr indent="0" lvl="0" marL="0" rtl="0" algn="l">
              <a:spcBef>
                <a:spcPts val="0"/>
              </a:spcBef>
              <a:spcAft>
                <a:spcPts val="0"/>
              </a:spcAft>
              <a:buSzPts val="1200"/>
              <a:buNone/>
            </a:pPr>
            <a:r>
              <a:rPr lang="ru-RU" sz="1200"/>
              <a:t>results/lstm3/of/UBER/window_03/metrics.csv</a:t>
            </a:r>
            <a:endParaRPr/>
          </a:p>
          <a:p>
            <a:pPr indent="0" lvl="0" marL="0" rtl="0" algn="l">
              <a:spcBef>
                <a:spcPts val="0"/>
              </a:spcBef>
              <a:spcAft>
                <a:spcPts val="0"/>
              </a:spcAft>
              <a:buSzPts val="1200"/>
              <a:buNone/>
            </a:pPr>
            <a:r>
              <a:rPr lang="ru-RU" sz="1200"/>
              <a:t>results/lstm3/of/USB/window_01/history.csv</a:t>
            </a:r>
            <a:endParaRPr/>
          </a:p>
          <a:p>
            <a:pPr indent="0" lvl="0" marL="0" rtl="0" algn="l">
              <a:spcBef>
                <a:spcPts val="0"/>
              </a:spcBef>
              <a:spcAft>
                <a:spcPts val="0"/>
              </a:spcAft>
              <a:buSzPts val="1200"/>
              <a:buNone/>
            </a:pPr>
            <a:r>
              <a:rPr lang="ru-RU" sz="1200"/>
              <a:t>results/lstm3/of/USB/window_01/metrics.csv</a:t>
            </a:r>
            <a:endParaRPr/>
          </a:p>
          <a:p>
            <a:pPr indent="0" lvl="0" marL="0" rtl="0" algn="l">
              <a:spcBef>
                <a:spcPts val="0"/>
              </a:spcBef>
              <a:spcAft>
                <a:spcPts val="0"/>
              </a:spcAft>
              <a:buSzPts val="1200"/>
              <a:buNone/>
            </a:pPr>
            <a:r>
              <a:rPr lang="ru-RU" sz="1200"/>
              <a:t>results/lstm3/of/USB/window_02/history.csv</a:t>
            </a:r>
            <a:endParaRPr/>
          </a:p>
          <a:p>
            <a:pPr indent="0" lvl="0" marL="0" rtl="0" algn="l">
              <a:spcBef>
                <a:spcPts val="0"/>
              </a:spcBef>
              <a:spcAft>
                <a:spcPts val="0"/>
              </a:spcAft>
              <a:buSzPts val="1200"/>
              <a:buNone/>
            </a:pPr>
            <a:r>
              <a:rPr lang="ru-RU" sz="1200"/>
              <a:t>results/lstm3/of/USB/window_02/metrics.csv</a:t>
            </a:r>
            <a:endParaRPr/>
          </a:p>
          <a:p>
            <a:pPr indent="0" lvl="0" marL="0" rtl="0" algn="l">
              <a:spcBef>
                <a:spcPts val="0"/>
              </a:spcBef>
              <a:spcAft>
                <a:spcPts val="0"/>
              </a:spcAft>
              <a:buSzPts val="1200"/>
              <a:buNone/>
            </a:pPr>
            <a:r>
              <a:rPr lang="ru-RU" sz="1200"/>
              <a:t>results/lstm3/of/USB/window_03/history.csv</a:t>
            </a:r>
            <a:endParaRPr/>
          </a:p>
          <a:p>
            <a:pPr indent="0" lvl="0" marL="0" rtl="0" algn="l">
              <a:spcBef>
                <a:spcPts val="0"/>
              </a:spcBef>
              <a:spcAft>
                <a:spcPts val="0"/>
              </a:spcAft>
              <a:buSzPts val="1200"/>
              <a:buNone/>
            </a:pPr>
            <a:r>
              <a:rPr lang="ru-RU" sz="1200"/>
              <a:t>results/lstm3/of/USB/window_03/metrics.csv</a:t>
            </a:r>
            <a:endParaRPr/>
          </a:p>
          <a:p>
            <a:pPr indent="0" lvl="0" marL="0" rtl="0" algn="l">
              <a:spcBef>
                <a:spcPts val="0"/>
              </a:spcBef>
              <a:spcAft>
                <a:spcPts val="0"/>
              </a:spcAft>
              <a:buSzPts val="1200"/>
              <a:buNone/>
            </a:pPr>
            <a:r>
              <a:rPr lang="ru-RU" sz="1200"/>
              <a:t>results/lstm3/of/VZ/window_01/history.csv</a:t>
            </a:r>
            <a:endParaRPr/>
          </a:p>
          <a:p>
            <a:pPr indent="0" lvl="0" marL="0" rtl="0" algn="l">
              <a:spcBef>
                <a:spcPts val="0"/>
              </a:spcBef>
              <a:spcAft>
                <a:spcPts val="0"/>
              </a:spcAft>
              <a:buSzPts val="1200"/>
              <a:buNone/>
            </a:pPr>
            <a:r>
              <a:rPr lang="ru-RU" sz="1200"/>
              <a:t>results/lstm3/of/VZ/window_01/metrics.csv</a:t>
            </a:r>
            <a:endParaRPr/>
          </a:p>
          <a:p>
            <a:pPr indent="0" lvl="0" marL="0" rtl="0" algn="l">
              <a:spcBef>
                <a:spcPts val="0"/>
              </a:spcBef>
              <a:spcAft>
                <a:spcPts val="0"/>
              </a:spcAft>
              <a:buSzPts val="1200"/>
              <a:buNone/>
            </a:pPr>
            <a:r>
              <a:rPr lang="ru-RU" sz="1200"/>
              <a:t>results/lstm3/of/VZ/window_02/history.csv</a:t>
            </a:r>
            <a:endParaRPr/>
          </a:p>
          <a:p>
            <a:pPr indent="0" lvl="0" marL="0" rtl="0" algn="l">
              <a:spcBef>
                <a:spcPts val="0"/>
              </a:spcBef>
              <a:spcAft>
                <a:spcPts val="0"/>
              </a:spcAft>
              <a:buSzPts val="1200"/>
              <a:buNone/>
            </a:pPr>
            <a:r>
              <a:rPr lang="ru-RU" sz="1200"/>
              <a:t>results/lstm3/of/VZ/window_02/metrics.csv</a:t>
            </a:r>
            <a:endParaRPr/>
          </a:p>
          <a:p>
            <a:pPr indent="0" lvl="0" marL="0" rtl="0" algn="l">
              <a:spcBef>
                <a:spcPts val="0"/>
              </a:spcBef>
              <a:spcAft>
                <a:spcPts val="0"/>
              </a:spcAft>
              <a:buSzPts val="1200"/>
              <a:buNone/>
            </a:pPr>
            <a:r>
              <a:rPr lang="ru-RU" sz="1200"/>
              <a:t>results/lstm3/of/VZ/window_03/history.csv</a:t>
            </a:r>
            <a:endParaRPr/>
          </a:p>
          <a:p>
            <a:pPr indent="0" lvl="0" marL="0" rtl="0" algn="l">
              <a:spcBef>
                <a:spcPts val="0"/>
              </a:spcBef>
              <a:spcAft>
                <a:spcPts val="0"/>
              </a:spcAft>
              <a:buSzPts val="1200"/>
              <a:buNone/>
            </a:pPr>
            <a:r>
              <a:rPr lang="ru-RU" sz="1200"/>
              <a:t>results/lstm3/of/VZ/window_03/metrics.csv</a:t>
            </a:r>
            <a:endParaRPr/>
          </a:p>
          <a:p>
            <a:pPr indent="0" lvl="0" marL="0" rtl="0" algn="l">
              <a:spcBef>
                <a:spcPts val="0"/>
              </a:spcBef>
              <a:spcAft>
                <a:spcPts val="0"/>
              </a:spcAft>
              <a:buSzPts val="1200"/>
              <a:buNone/>
            </a:pPr>
            <a:r>
              <a:rPr lang="ru-RU" sz="1200"/>
              <a:t>results/lstm_mlp/of/BAC/window_01/history.csv</a:t>
            </a:r>
            <a:endParaRPr/>
          </a:p>
          <a:p>
            <a:pPr indent="0" lvl="0" marL="0" rtl="0" algn="l">
              <a:spcBef>
                <a:spcPts val="0"/>
              </a:spcBef>
              <a:spcAft>
                <a:spcPts val="0"/>
              </a:spcAft>
              <a:buSzPts val="1200"/>
              <a:buNone/>
            </a:pPr>
            <a:r>
              <a:rPr lang="ru-RU" sz="1200"/>
              <a:t>results/lstm_mlp/of/BAC/window_01/metrics.csv</a:t>
            </a:r>
            <a:endParaRPr/>
          </a:p>
          <a:p>
            <a:pPr indent="0" lvl="0" marL="0" rtl="0" algn="l">
              <a:spcBef>
                <a:spcPts val="0"/>
              </a:spcBef>
              <a:spcAft>
                <a:spcPts val="0"/>
              </a:spcAft>
              <a:buSzPts val="1200"/>
              <a:buNone/>
            </a:pPr>
            <a:r>
              <a:rPr lang="ru-RU" sz="1200"/>
              <a:t>results/lstm_mlp/of/BAC/window_02/history.csv</a:t>
            </a:r>
            <a:endParaRPr/>
          </a:p>
          <a:p>
            <a:pPr indent="0" lvl="0" marL="0" rtl="0" algn="l">
              <a:spcBef>
                <a:spcPts val="0"/>
              </a:spcBef>
              <a:spcAft>
                <a:spcPts val="0"/>
              </a:spcAft>
              <a:buSzPts val="1200"/>
              <a:buNone/>
            </a:pPr>
            <a:r>
              <a:rPr lang="ru-RU" sz="1200"/>
              <a:t>results/lstm_mlp/of/BAC/window_02/metrics.csv</a:t>
            </a:r>
            <a:endParaRPr/>
          </a:p>
          <a:p>
            <a:pPr indent="0" lvl="0" marL="0" rtl="0" algn="l">
              <a:spcBef>
                <a:spcPts val="0"/>
              </a:spcBef>
              <a:spcAft>
                <a:spcPts val="0"/>
              </a:spcAft>
              <a:buSzPts val="1200"/>
              <a:buNone/>
            </a:pPr>
            <a:r>
              <a:rPr lang="ru-RU" sz="1200"/>
              <a:t>results/lstm_mlp/of/BAC/window_03/history.csv</a:t>
            </a:r>
            <a:endParaRPr/>
          </a:p>
          <a:p>
            <a:pPr indent="0" lvl="0" marL="0" rtl="0" algn="l">
              <a:spcBef>
                <a:spcPts val="0"/>
              </a:spcBef>
              <a:spcAft>
                <a:spcPts val="0"/>
              </a:spcAft>
              <a:buSzPts val="1200"/>
              <a:buNone/>
            </a:pPr>
            <a:r>
              <a:rPr lang="ru-RU" sz="1200"/>
              <a:t>results/lstm_mlp/of/BAC/window_03/metrics.csv</a:t>
            </a:r>
            <a:endParaRPr/>
          </a:p>
          <a:p>
            <a:pPr indent="0" lvl="0" marL="0" rtl="0" algn="l">
              <a:spcBef>
                <a:spcPts val="0"/>
              </a:spcBef>
              <a:spcAft>
                <a:spcPts val="0"/>
              </a:spcAft>
              <a:buSzPts val="1200"/>
              <a:buNone/>
            </a:pPr>
            <a:r>
              <a:rPr lang="ru-RU" sz="1200"/>
              <a:t>results/lstm_mlp/of/NKE/window_01/history.csv</a:t>
            </a:r>
            <a:endParaRPr/>
          </a:p>
          <a:p>
            <a:pPr indent="0" lvl="0" marL="0" rtl="0" algn="l">
              <a:spcBef>
                <a:spcPts val="0"/>
              </a:spcBef>
              <a:spcAft>
                <a:spcPts val="0"/>
              </a:spcAft>
              <a:buSzPts val="1200"/>
              <a:buNone/>
            </a:pPr>
            <a:r>
              <a:rPr lang="ru-RU" sz="1200"/>
              <a:t>results/lstm_mlp/of/NKE/window_01/metrics.csv</a:t>
            </a:r>
            <a:endParaRPr/>
          </a:p>
          <a:p>
            <a:pPr indent="0" lvl="0" marL="0" rtl="0" algn="l">
              <a:spcBef>
                <a:spcPts val="0"/>
              </a:spcBef>
              <a:spcAft>
                <a:spcPts val="0"/>
              </a:spcAft>
              <a:buSzPts val="1200"/>
              <a:buNone/>
            </a:pPr>
            <a:r>
              <a:rPr lang="ru-RU" sz="1200"/>
              <a:t>results/lstm_mlp/of/NKE/window_02/history.csv</a:t>
            </a:r>
            <a:endParaRPr/>
          </a:p>
          <a:p>
            <a:pPr indent="0" lvl="0" marL="0" rtl="0" algn="l">
              <a:spcBef>
                <a:spcPts val="0"/>
              </a:spcBef>
              <a:spcAft>
                <a:spcPts val="0"/>
              </a:spcAft>
              <a:buSzPts val="1200"/>
              <a:buNone/>
            </a:pPr>
            <a:r>
              <a:rPr lang="ru-RU" sz="1200"/>
              <a:t>results/lstm_mlp/of/NKE/window_02/metrics.csv</a:t>
            </a:r>
            <a:endParaRPr/>
          </a:p>
          <a:p>
            <a:pPr indent="0" lvl="0" marL="0" rtl="0" algn="l">
              <a:spcBef>
                <a:spcPts val="0"/>
              </a:spcBef>
              <a:spcAft>
                <a:spcPts val="0"/>
              </a:spcAft>
              <a:buSzPts val="1200"/>
              <a:buNone/>
            </a:pPr>
            <a:r>
              <a:rPr lang="ru-RU" sz="1200"/>
              <a:t>results/lstm_mlp/of/NKE/window_03/history.csv</a:t>
            </a:r>
            <a:endParaRPr/>
          </a:p>
          <a:p>
            <a:pPr indent="0" lvl="0" marL="0" rtl="0" algn="l">
              <a:spcBef>
                <a:spcPts val="0"/>
              </a:spcBef>
              <a:spcAft>
                <a:spcPts val="0"/>
              </a:spcAft>
              <a:buSzPts val="1200"/>
              <a:buNone/>
            </a:pPr>
            <a:r>
              <a:rPr lang="ru-RU" sz="1200"/>
              <a:t>results/lstm_mlp/of/NKE/window_03/metrics.csv</a:t>
            </a:r>
            <a:endParaRPr/>
          </a:p>
          <a:p>
            <a:pPr indent="0" lvl="0" marL="0" rtl="0" algn="l">
              <a:spcBef>
                <a:spcPts val="0"/>
              </a:spcBef>
              <a:spcAft>
                <a:spcPts val="0"/>
              </a:spcAft>
              <a:buSzPts val="1200"/>
              <a:buNone/>
            </a:pPr>
            <a:r>
              <a:rPr lang="ru-RU" sz="1200"/>
              <a:t>results/lstm_mlp/of/OXY/window_01/history.csv</a:t>
            </a:r>
            <a:endParaRPr/>
          </a:p>
          <a:p>
            <a:pPr indent="0" lvl="0" marL="0" rtl="0" algn="l">
              <a:spcBef>
                <a:spcPts val="0"/>
              </a:spcBef>
              <a:spcAft>
                <a:spcPts val="0"/>
              </a:spcAft>
              <a:buSzPts val="1200"/>
              <a:buNone/>
            </a:pPr>
            <a:r>
              <a:rPr lang="ru-RU" sz="1200"/>
              <a:t>results/lstm_mlp/of/OXY/window_01/metrics.csv</a:t>
            </a:r>
            <a:endParaRPr/>
          </a:p>
          <a:p>
            <a:pPr indent="0" lvl="0" marL="0" rtl="0" algn="l">
              <a:spcBef>
                <a:spcPts val="0"/>
              </a:spcBef>
              <a:spcAft>
                <a:spcPts val="0"/>
              </a:spcAft>
              <a:buSzPts val="1200"/>
              <a:buNone/>
            </a:pPr>
            <a:r>
              <a:rPr lang="ru-RU" sz="1200"/>
              <a:t>results/lstm_mlp/of/OXY/window_02/history.csv</a:t>
            </a:r>
            <a:endParaRPr/>
          </a:p>
          <a:p>
            <a:pPr indent="0" lvl="0" marL="0" rtl="0" algn="l">
              <a:spcBef>
                <a:spcPts val="0"/>
              </a:spcBef>
              <a:spcAft>
                <a:spcPts val="0"/>
              </a:spcAft>
              <a:buSzPts val="1200"/>
              <a:buNone/>
            </a:pPr>
            <a:r>
              <a:rPr lang="ru-RU" sz="1200"/>
              <a:t>results/lstm_mlp/of/OXY/window_02/metrics.csv</a:t>
            </a:r>
            <a:endParaRPr/>
          </a:p>
          <a:p>
            <a:pPr indent="0" lvl="0" marL="0" rtl="0" algn="l">
              <a:spcBef>
                <a:spcPts val="0"/>
              </a:spcBef>
              <a:spcAft>
                <a:spcPts val="0"/>
              </a:spcAft>
              <a:buSzPts val="1200"/>
              <a:buNone/>
            </a:pPr>
            <a:r>
              <a:rPr lang="ru-RU" sz="1200"/>
              <a:t>results/lstm_mlp/of/OXY/window_03/history.csv</a:t>
            </a:r>
            <a:endParaRPr/>
          </a:p>
          <a:p>
            <a:pPr indent="0" lvl="0" marL="0" rtl="0" algn="l">
              <a:spcBef>
                <a:spcPts val="0"/>
              </a:spcBef>
              <a:spcAft>
                <a:spcPts val="0"/>
              </a:spcAft>
              <a:buSzPts val="1200"/>
              <a:buNone/>
            </a:pPr>
            <a:r>
              <a:rPr lang="ru-RU" sz="1200"/>
              <a:t>results/lstm_mlp/of/OXY/window_03/metrics.csv</a:t>
            </a:r>
            <a:endParaRPr/>
          </a:p>
          <a:p>
            <a:pPr indent="0" lvl="0" marL="0" rtl="0" algn="l">
              <a:spcBef>
                <a:spcPts val="0"/>
              </a:spcBef>
              <a:spcAft>
                <a:spcPts val="0"/>
              </a:spcAft>
              <a:buSzPts val="1200"/>
              <a:buNone/>
            </a:pPr>
            <a:r>
              <a:rPr lang="ru-RU" sz="1200"/>
              <a:t>results/lstm_mlp/of/UBER/window_01/history.csv</a:t>
            </a:r>
            <a:endParaRPr/>
          </a:p>
          <a:p>
            <a:pPr indent="0" lvl="0" marL="0" rtl="0" algn="l">
              <a:spcBef>
                <a:spcPts val="0"/>
              </a:spcBef>
              <a:spcAft>
                <a:spcPts val="0"/>
              </a:spcAft>
              <a:buSzPts val="1200"/>
              <a:buNone/>
            </a:pPr>
            <a:r>
              <a:rPr lang="ru-RU" sz="1200"/>
              <a:t>results/lstm_mlp/of/UBER/window_01/metrics.csv</a:t>
            </a:r>
            <a:endParaRPr/>
          </a:p>
          <a:p>
            <a:pPr indent="0" lvl="0" marL="0" rtl="0" algn="l">
              <a:spcBef>
                <a:spcPts val="0"/>
              </a:spcBef>
              <a:spcAft>
                <a:spcPts val="0"/>
              </a:spcAft>
              <a:buSzPts val="1200"/>
              <a:buNone/>
            </a:pPr>
            <a:r>
              <a:rPr lang="ru-RU" sz="1200"/>
              <a:t>results/lstm_mlp/of/UBER/window_02/history.csv</a:t>
            </a:r>
            <a:endParaRPr/>
          </a:p>
          <a:p>
            <a:pPr indent="0" lvl="0" marL="0" rtl="0" algn="l">
              <a:spcBef>
                <a:spcPts val="0"/>
              </a:spcBef>
              <a:spcAft>
                <a:spcPts val="0"/>
              </a:spcAft>
              <a:buSzPts val="1200"/>
              <a:buNone/>
            </a:pPr>
            <a:r>
              <a:rPr lang="ru-RU" sz="1200"/>
              <a:t>results/lstm_mlp/of/UBER/window_02/metrics.csv</a:t>
            </a:r>
            <a:endParaRPr/>
          </a:p>
          <a:p>
            <a:pPr indent="0" lvl="0" marL="0" rtl="0" algn="l">
              <a:spcBef>
                <a:spcPts val="0"/>
              </a:spcBef>
              <a:spcAft>
                <a:spcPts val="0"/>
              </a:spcAft>
              <a:buSzPts val="1200"/>
              <a:buNone/>
            </a:pPr>
            <a:r>
              <a:rPr lang="ru-RU" sz="1200"/>
              <a:t>results/lstm_mlp/of/UBER/window_03/history.csv</a:t>
            </a:r>
            <a:endParaRPr/>
          </a:p>
          <a:p>
            <a:pPr indent="0" lvl="0" marL="0" rtl="0" algn="l">
              <a:spcBef>
                <a:spcPts val="0"/>
              </a:spcBef>
              <a:spcAft>
                <a:spcPts val="0"/>
              </a:spcAft>
              <a:buSzPts val="1200"/>
              <a:buNone/>
            </a:pPr>
            <a:r>
              <a:rPr lang="ru-RU" sz="1200"/>
              <a:t>results/lstm_mlp/of/UBER/window_03/metrics.csv</a:t>
            </a:r>
            <a:endParaRPr/>
          </a:p>
          <a:p>
            <a:pPr indent="0" lvl="0" marL="0" rtl="0" algn="l">
              <a:spcBef>
                <a:spcPts val="0"/>
              </a:spcBef>
              <a:spcAft>
                <a:spcPts val="0"/>
              </a:spcAft>
              <a:buSzPts val="1200"/>
              <a:buNone/>
            </a:pPr>
            <a:r>
              <a:rPr lang="ru-RU" sz="1200"/>
              <a:t>results/lstm_mlp/of/USB/window_01/history.csv</a:t>
            </a:r>
            <a:endParaRPr/>
          </a:p>
          <a:p>
            <a:pPr indent="0" lvl="0" marL="0" rtl="0" algn="l">
              <a:spcBef>
                <a:spcPts val="0"/>
              </a:spcBef>
              <a:spcAft>
                <a:spcPts val="0"/>
              </a:spcAft>
              <a:buSzPts val="1200"/>
              <a:buNone/>
            </a:pPr>
            <a:r>
              <a:rPr lang="ru-RU" sz="1200"/>
              <a:t>results/lstm_mlp/of/USB/window_01/metrics.csv</a:t>
            </a:r>
            <a:endParaRPr/>
          </a:p>
          <a:p>
            <a:pPr indent="0" lvl="0" marL="0" rtl="0" algn="l">
              <a:spcBef>
                <a:spcPts val="0"/>
              </a:spcBef>
              <a:spcAft>
                <a:spcPts val="0"/>
              </a:spcAft>
              <a:buSzPts val="1200"/>
              <a:buNone/>
            </a:pPr>
            <a:r>
              <a:rPr lang="ru-RU" sz="1200"/>
              <a:t>results/lstm_mlp/of/USB/window_02/history.csv</a:t>
            </a:r>
            <a:endParaRPr/>
          </a:p>
          <a:p>
            <a:pPr indent="0" lvl="0" marL="0" rtl="0" algn="l">
              <a:spcBef>
                <a:spcPts val="0"/>
              </a:spcBef>
              <a:spcAft>
                <a:spcPts val="0"/>
              </a:spcAft>
              <a:buSzPts val="1200"/>
              <a:buNone/>
            </a:pPr>
            <a:r>
              <a:rPr lang="ru-RU" sz="1200"/>
              <a:t>results/lstm_mlp/of/USB/window_02/metrics.csv</a:t>
            </a:r>
            <a:endParaRPr/>
          </a:p>
          <a:p>
            <a:pPr indent="0" lvl="0" marL="0" rtl="0" algn="l">
              <a:spcBef>
                <a:spcPts val="0"/>
              </a:spcBef>
              <a:spcAft>
                <a:spcPts val="0"/>
              </a:spcAft>
              <a:buSzPts val="1200"/>
              <a:buNone/>
            </a:pPr>
            <a:r>
              <a:rPr lang="ru-RU" sz="1200"/>
              <a:t>results/lstm_mlp/of/USB/window_03/history.csv</a:t>
            </a:r>
            <a:endParaRPr/>
          </a:p>
          <a:p>
            <a:pPr indent="0" lvl="0" marL="0" rtl="0" algn="l">
              <a:spcBef>
                <a:spcPts val="0"/>
              </a:spcBef>
              <a:spcAft>
                <a:spcPts val="0"/>
              </a:spcAft>
              <a:buSzPts val="1200"/>
              <a:buNone/>
            </a:pPr>
            <a:r>
              <a:rPr lang="ru-RU" sz="1200"/>
              <a:t>results/lstm_mlp/of/USB/window_03/metrics.csv</a:t>
            </a:r>
            <a:endParaRPr/>
          </a:p>
          <a:p>
            <a:pPr indent="0" lvl="0" marL="0" rtl="0" algn="l">
              <a:spcBef>
                <a:spcPts val="0"/>
              </a:spcBef>
              <a:spcAft>
                <a:spcPts val="0"/>
              </a:spcAft>
              <a:buSzPts val="1200"/>
              <a:buNone/>
            </a:pPr>
            <a:r>
              <a:rPr lang="ru-RU" sz="1200"/>
              <a:t>results/lstm_mlp/of/VZ/window_01/history.csv</a:t>
            </a:r>
            <a:endParaRPr/>
          </a:p>
          <a:p>
            <a:pPr indent="0" lvl="0" marL="0" rtl="0" algn="l">
              <a:spcBef>
                <a:spcPts val="0"/>
              </a:spcBef>
              <a:spcAft>
                <a:spcPts val="0"/>
              </a:spcAft>
              <a:buSzPts val="1200"/>
              <a:buNone/>
            </a:pPr>
            <a:r>
              <a:rPr lang="ru-RU" sz="1200"/>
              <a:t>results/lstm_mlp/of/VZ/window_01/metrics.csv</a:t>
            </a:r>
            <a:endParaRPr/>
          </a:p>
          <a:p>
            <a:pPr indent="0" lvl="0" marL="0" rtl="0" algn="l">
              <a:spcBef>
                <a:spcPts val="0"/>
              </a:spcBef>
              <a:spcAft>
                <a:spcPts val="0"/>
              </a:spcAft>
              <a:buSzPts val="1200"/>
              <a:buNone/>
            </a:pPr>
            <a:r>
              <a:rPr lang="ru-RU" sz="1200"/>
              <a:t>results/lstm_mlp/of/VZ/window_02/history.csv</a:t>
            </a:r>
            <a:endParaRPr/>
          </a:p>
          <a:p>
            <a:pPr indent="0" lvl="0" marL="0" rtl="0" algn="l">
              <a:spcBef>
                <a:spcPts val="0"/>
              </a:spcBef>
              <a:spcAft>
                <a:spcPts val="0"/>
              </a:spcAft>
              <a:buSzPts val="1200"/>
              <a:buNone/>
            </a:pPr>
            <a:r>
              <a:rPr lang="ru-RU" sz="1200"/>
              <a:t>results/lstm_mlp/of/VZ/window_02/metrics.csv</a:t>
            </a:r>
            <a:endParaRPr/>
          </a:p>
          <a:p>
            <a:pPr indent="0" lvl="0" marL="0" rtl="0" algn="l">
              <a:spcBef>
                <a:spcPts val="0"/>
              </a:spcBef>
              <a:spcAft>
                <a:spcPts val="0"/>
              </a:spcAft>
              <a:buSzPts val="1200"/>
              <a:buNone/>
            </a:pPr>
            <a:r>
              <a:rPr lang="ru-RU" sz="1200"/>
              <a:t>results/lstm_mlp/of/VZ/window_03/history.csv</a:t>
            </a:r>
            <a:endParaRPr/>
          </a:p>
          <a:p>
            <a:pPr indent="0" lvl="0" marL="0" rtl="0" algn="l">
              <a:spcBef>
                <a:spcPts val="0"/>
              </a:spcBef>
              <a:spcAft>
                <a:spcPts val="0"/>
              </a:spcAft>
              <a:buSzPts val="1200"/>
              <a:buNone/>
            </a:pPr>
            <a:r>
              <a:rPr lang="ru-RU" sz="1200"/>
              <a:t>results/lstm_mlp/of/VZ/window_03/metrics.csv</a:t>
            </a:r>
            <a:endParaRPr/>
          </a:p>
          <a:p>
            <a:pPr indent="0" lvl="0" marL="0" rtl="0" algn="l">
              <a:spcBef>
                <a:spcPts val="0"/>
              </a:spcBef>
              <a:spcAft>
                <a:spcPts val="0"/>
              </a:spcAft>
              <a:buSzPts val="1200"/>
              <a:buNone/>
            </a:pPr>
            <a:r>
              <a:rPr lang="ru-RU" sz="1200"/>
              <a:t>results/mlp/lob/BAC/window_01/history.csv</a:t>
            </a:r>
            <a:endParaRPr/>
          </a:p>
          <a:p>
            <a:pPr indent="0" lvl="0" marL="0" rtl="0" algn="l">
              <a:spcBef>
                <a:spcPts val="0"/>
              </a:spcBef>
              <a:spcAft>
                <a:spcPts val="0"/>
              </a:spcAft>
              <a:buSzPts val="1200"/>
              <a:buNone/>
            </a:pPr>
            <a:r>
              <a:rPr lang="ru-RU" sz="1200"/>
              <a:t>results/mlp/lob/BAC/window_01/metrics.csv</a:t>
            </a:r>
            <a:endParaRPr/>
          </a:p>
          <a:p>
            <a:pPr indent="0" lvl="0" marL="0" rtl="0" algn="l">
              <a:spcBef>
                <a:spcPts val="0"/>
              </a:spcBef>
              <a:spcAft>
                <a:spcPts val="0"/>
              </a:spcAft>
              <a:buSzPts val="1200"/>
              <a:buNone/>
            </a:pPr>
            <a:r>
              <a:rPr lang="ru-RU" sz="1200"/>
              <a:t>results/mlp/lob/BAC/window_02/history.csv</a:t>
            </a:r>
            <a:endParaRPr/>
          </a:p>
          <a:p>
            <a:pPr indent="0" lvl="0" marL="0" rtl="0" algn="l">
              <a:spcBef>
                <a:spcPts val="0"/>
              </a:spcBef>
              <a:spcAft>
                <a:spcPts val="0"/>
              </a:spcAft>
              <a:buSzPts val="1200"/>
              <a:buNone/>
            </a:pPr>
            <a:r>
              <a:rPr lang="ru-RU" sz="1200"/>
              <a:t>results/mlp/lob/BAC/window_02/metrics.csv</a:t>
            </a:r>
            <a:endParaRPr/>
          </a:p>
          <a:p>
            <a:pPr indent="0" lvl="0" marL="0" rtl="0" algn="l">
              <a:spcBef>
                <a:spcPts val="0"/>
              </a:spcBef>
              <a:spcAft>
                <a:spcPts val="0"/>
              </a:spcAft>
              <a:buSzPts val="1200"/>
              <a:buNone/>
            </a:pPr>
            <a:r>
              <a:rPr lang="ru-RU" sz="1200"/>
              <a:t>results/mlp/lob/BAC/window_03/history.csv</a:t>
            </a:r>
            <a:endParaRPr/>
          </a:p>
          <a:p>
            <a:pPr indent="0" lvl="0" marL="0" rtl="0" algn="l">
              <a:spcBef>
                <a:spcPts val="0"/>
              </a:spcBef>
              <a:spcAft>
                <a:spcPts val="0"/>
              </a:spcAft>
              <a:buSzPts val="1200"/>
              <a:buNone/>
            </a:pPr>
            <a:r>
              <a:rPr lang="ru-RU" sz="1200"/>
              <a:t>results/mlp/lob/BAC/window_03/metrics.csv</a:t>
            </a:r>
            <a:endParaRPr/>
          </a:p>
          <a:p>
            <a:pPr indent="0" lvl="0" marL="0" rtl="0" algn="l">
              <a:spcBef>
                <a:spcPts val="0"/>
              </a:spcBef>
              <a:spcAft>
                <a:spcPts val="0"/>
              </a:spcAft>
              <a:buSzPts val="1200"/>
              <a:buNone/>
            </a:pPr>
            <a:r>
              <a:rPr lang="ru-RU" sz="1200"/>
              <a:t>results/mlp/lob/NKE/window_01/history.csv</a:t>
            </a:r>
            <a:endParaRPr/>
          </a:p>
          <a:p>
            <a:pPr indent="0" lvl="0" marL="0" rtl="0" algn="l">
              <a:spcBef>
                <a:spcPts val="0"/>
              </a:spcBef>
              <a:spcAft>
                <a:spcPts val="0"/>
              </a:spcAft>
              <a:buSzPts val="1200"/>
              <a:buNone/>
            </a:pPr>
            <a:r>
              <a:rPr lang="ru-RU" sz="1200"/>
              <a:t>results/mlp/lob/NKE/window_01/metrics.csv</a:t>
            </a:r>
            <a:endParaRPr/>
          </a:p>
          <a:p>
            <a:pPr indent="0" lvl="0" marL="0" rtl="0" algn="l">
              <a:spcBef>
                <a:spcPts val="0"/>
              </a:spcBef>
              <a:spcAft>
                <a:spcPts val="0"/>
              </a:spcAft>
              <a:buSzPts val="1200"/>
              <a:buNone/>
            </a:pPr>
            <a:r>
              <a:rPr lang="ru-RU" sz="1200"/>
              <a:t>results/mlp/lob/NKE/window_02/history.csv</a:t>
            </a:r>
            <a:endParaRPr/>
          </a:p>
          <a:p>
            <a:pPr indent="0" lvl="0" marL="0" rtl="0" algn="l">
              <a:spcBef>
                <a:spcPts val="0"/>
              </a:spcBef>
              <a:spcAft>
                <a:spcPts val="0"/>
              </a:spcAft>
              <a:buSzPts val="1200"/>
              <a:buNone/>
            </a:pPr>
            <a:r>
              <a:rPr lang="ru-RU" sz="1200"/>
              <a:t>results/mlp/lob/NKE/window_02/metrics.csv</a:t>
            </a:r>
            <a:endParaRPr/>
          </a:p>
          <a:p>
            <a:pPr indent="0" lvl="0" marL="0" rtl="0" algn="l">
              <a:spcBef>
                <a:spcPts val="0"/>
              </a:spcBef>
              <a:spcAft>
                <a:spcPts val="0"/>
              </a:spcAft>
              <a:buSzPts val="1200"/>
              <a:buNone/>
            </a:pPr>
            <a:r>
              <a:rPr lang="ru-RU" sz="1200"/>
              <a:t>results/mlp/lob/NKE/window_03/history.csv</a:t>
            </a:r>
            <a:endParaRPr/>
          </a:p>
          <a:p>
            <a:pPr indent="0" lvl="0" marL="0" rtl="0" algn="l">
              <a:spcBef>
                <a:spcPts val="0"/>
              </a:spcBef>
              <a:spcAft>
                <a:spcPts val="0"/>
              </a:spcAft>
              <a:buSzPts val="1200"/>
              <a:buNone/>
            </a:pPr>
            <a:r>
              <a:rPr lang="ru-RU" sz="1200"/>
              <a:t>results/mlp/lob/NKE/window_03/metrics.csv</a:t>
            </a:r>
            <a:endParaRPr/>
          </a:p>
          <a:p>
            <a:pPr indent="0" lvl="0" marL="0" rtl="0" algn="l">
              <a:spcBef>
                <a:spcPts val="0"/>
              </a:spcBef>
              <a:spcAft>
                <a:spcPts val="0"/>
              </a:spcAft>
              <a:buSzPts val="1200"/>
              <a:buNone/>
            </a:pPr>
            <a:r>
              <a:rPr lang="ru-RU" sz="1200"/>
              <a:t>results/mlp/lob/OXY/window_01/history.csv</a:t>
            </a:r>
            <a:endParaRPr/>
          </a:p>
          <a:p>
            <a:pPr indent="0" lvl="0" marL="0" rtl="0" algn="l">
              <a:spcBef>
                <a:spcPts val="0"/>
              </a:spcBef>
              <a:spcAft>
                <a:spcPts val="0"/>
              </a:spcAft>
              <a:buSzPts val="1200"/>
              <a:buNone/>
            </a:pPr>
            <a:r>
              <a:rPr lang="ru-RU" sz="1200"/>
              <a:t>results/mlp/lob/OXY/window_01/metrics.csv</a:t>
            </a:r>
            <a:endParaRPr/>
          </a:p>
          <a:p>
            <a:pPr indent="0" lvl="0" marL="0" rtl="0" algn="l">
              <a:spcBef>
                <a:spcPts val="0"/>
              </a:spcBef>
              <a:spcAft>
                <a:spcPts val="0"/>
              </a:spcAft>
              <a:buSzPts val="1200"/>
              <a:buNone/>
            </a:pPr>
            <a:r>
              <a:rPr lang="ru-RU" sz="1200"/>
              <a:t>results/mlp/lob/OXY/window_02/history.csv</a:t>
            </a:r>
            <a:endParaRPr/>
          </a:p>
          <a:p>
            <a:pPr indent="0" lvl="0" marL="0" rtl="0" algn="l">
              <a:spcBef>
                <a:spcPts val="0"/>
              </a:spcBef>
              <a:spcAft>
                <a:spcPts val="0"/>
              </a:spcAft>
              <a:buSzPts val="1200"/>
              <a:buNone/>
            </a:pPr>
            <a:r>
              <a:rPr lang="ru-RU" sz="1200"/>
              <a:t>results/mlp/lob/OXY/window_02/metrics.csv</a:t>
            </a:r>
            <a:endParaRPr/>
          </a:p>
          <a:p>
            <a:pPr indent="0" lvl="0" marL="0" rtl="0" algn="l">
              <a:spcBef>
                <a:spcPts val="0"/>
              </a:spcBef>
              <a:spcAft>
                <a:spcPts val="0"/>
              </a:spcAft>
              <a:buSzPts val="1200"/>
              <a:buNone/>
            </a:pPr>
            <a:r>
              <a:rPr lang="ru-RU" sz="1200"/>
              <a:t>results/mlp/lob/OXY/window_03/history.csv</a:t>
            </a:r>
            <a:endParaRPr/>
          </a:p>
          <a:p>
            <a:pPr indent="0" lvl="0" marL="0" rtl="0" algn="l">
              <a:spcBef>
                <a:spcPts val="0"/>
              </a:spcBef>
              <a:spcAft>
                <a:spcPts val="0"/>
              </a:spcAft>
              <a:buSzPts val="1200"/>
              <a:buNone/>
            </a:pPr>
            <a:r>
              <a:rPr lang="ru-RU" sz="1200"/>
              <a:t>results/mlp/lob/OXY/window_03/metrics.csv</a:t>
            </a:r>
            <a:endParaRPr/>
          </a:p>
          <a:p>
            <a:pPr indent="0" lvl="0" marL="0" rtl="0" algn="l">
              <a:spcBef>
                <a:spcPts val="0"/>
              </a:spcBef>
              <a:spcAft>
                <a:spcPts val="0"/>
              </a:spcAft>
              <a:buSzPts val="1200"/>
              <a:buNone/>
            </a:pPr>
            <a:r>
              <a:rPr lang="ru-RU" sz="1200"/>
              <a:t>results/mlp/lob/UBER/window_01/history.csv</a:t>
            </a:r>
            <a:endParaRPr/>
          </a:p>
          <a:p>
            <a:pPr indent="0" lvl="0" marL="0" rtl="0" algn="l">
              <a:spcBef>
                <a:spcPts val="0"/>
              </a:spcBef>
              <a:spcAft>
                <a:spcPts val="0"/>
              </a:spcAft>
              <a:buSzPts val="1200"/>
              <a:buNone/>
            </a:pPr>
            <a:r>
              <a:rPr lang="ru-RU" sz="1200"/>
              <a:t>results/mlp/lob/UBER/window_01/metrics.csv</a:t>
            </a:r>
            <a:endParaRPr/>
          </a:p>
          <a:p>
            <a:pPr indent="0" lvl="0" marL="0" rtl="0" algn="l">
              <a:spcBef>
                <a:spcPts val="0"/>
              </a:spcBef>
              <a:spcAft>
                <a:spcPts val="0"/>
              </a:spcAft>
              <a:buSzPts val="1200"/>
              <a:buNone/>
            </a:pPr>
            <a:r>
              <a:rPr lang="ru-RU" sz="1200"/>
              <a:t>results/mlp/lob/UBER/window_02/history.csv</a:t>
            </a:r>
            <a:endParaRPr/>
          </a:p>
          <a:p>
            <a:pPr indent="0" lvl="0" marL="0" rtl="0" algn="l">
              <a:spcBef>
                <a:spcPts val="0"/>
              </a:spcBef>
              <a:spcAft>
                <a:spcPts val="0"/>
              </a:spcAft>
              <a:buSzPts val="1200"/>
              <a:buNone/>
            </a:pPr>
            <a:r>
              <a:rPr lang="ru-RU" sz="1200"/>
              <a:t>results/mlp/lob/UBER/window_02/metrics.csv</a:t>
            </a:r>
            <a:endParaRPr/>
          </a:p>
          <a:p>
            <a:pPr indent="0" lvl="0" marL="0" rtl="0" algn="l">
              <a:spcBef>
                <a:spcPts val="0"/>
              </a:spcBef>
              <a:spcAft>
                <a:spcPts val="0"/>
              </a:spcAft>
              <a:buSzPts val="1200"/>
              <a:buNone/>
            </a:pPr>
            <a:r>
              <a:rPr lang="ru-RU" sz="1200"/>
              <a:t>results/mlp/lob/UBER/window_03/history.csv</a:t>
            </a:r>
            <a:endParaRPr/>
          </a:p>
          <a:p>
            <a:pPr indent="0" lvl="0" marL="0" rtl="0" algn="l">
              <a:spcBef>
                <a:spcPts val="0"/>
              </a:spcBef>
              <a:spcAft>
                <a:spcPts val="0"/>
              </a:spcAft>
              <a:buSzPts val="1200"/>
              <a:buNone/>
            </a:pPr>
            <a:r>
              <a:rPr lang="ru-RU" sz="1200"/>
              <a:t>results/mlp/lob/UBER/window_03/metrics.csv</a:t>
            </a:r>
            <a:endParaRPr/>
          </a:p>
          <a:p>
            <a:pPr indent="0" lvl="0" marL="0" rtl="0" algn="l">
              <a:spcBef>
                <a:spcPts val="0"/>
              </a:spcBef>
              <a:spcAft>
                <a:spcPts val="0"/>
              </a:spcAft>
              <a:buSzPts val="1200"/>
              <a:buNone/>
            </a:pPr>
            <a:r>
              <a:rPr lang="ru-RU" sz="1200"/>
              <a:t>results/mlp/lob/USB/window_01/history.csv</a:t>
            </a:r>
            <a:endParaRPr/>
          </a:p>
          <a:p>
            <a:pPr indent="0" lvl="0" marL="0" rtl="0" algn="l">
              <a:spcBef>
                <a:spcPts val="0"/>
              </a:spcBef>
              <a:spcAft>
                <a:spcPts val="0"/>
              </a:spcAft>
              <a:buSzPts val="1200"/>
              <a:buNone/>
            </a:pPr>
            <a:r>
              <a:rPr lang="ru-RU" sz="1200"/>
              <a:t>results/mlp/lob/USB/window_01/metrics.csv</a:t>
            </a:r>
            <a:endParaRPr/>
          </a:p>
          <a:p>
            <a:pPr indent="0" lvl="0" marL="0" rtl="0" algn="l">
              <a:spcBef>
                <a:spcPts val="0"/>
              </a:spcBef>
              <a:spcAft>
                <a:spcPts val="0"/>
              </a:spcAft>
              <a:buSzPts val="1200"/>
              <a:buNone/>
            </a:pPr>
            <a:r>
              <a:rPr lang="ru-RU" sz="1200"/>
              <a:t>results/mlp/lob/USB/window_02/history.csv</a:t>
            </a:r>
            <a:endParaRPr/>
          </a:p>
          <a:p>
            <a:pPr indent="0" lvl="0" marL="0" rtl="0" algn="l">
              <a:spcBef>
                <a:spcPts val="0"/>
              </a:spcBef>
              <a:spcAft>
                <a:spcPts val="0"/>
              </a:spcAft>
              <a:buSzPts val="1200"/>
              <a:buNone/>
            </a:pPr>
            <a:r>
              <a:rPr lang="ru-RU" sz="1200"/>
              <a:t>results/mlp/lob/USB/window_02/metrics.csv</a:t>
            </a:r>
            <a:endParaRPr/>
          </a:p>
          <a:p>
            <a:pPr indent="0" lvl="0" marL="0" rtl="0" algn="l">
              <a:spcBef>
                <a:spcPts val="0"/>
              </a:spcBef>
              <a:spcAft>
                <a:spcPts val="0"/>
              </a:spcAft>
              <a:buSzPts val="1200"/>
              <a:buNone/>
            </a:pPr>
            <a:r>
              <a:rPr lang="ru-RU" sz="1200"/>
              <a:t>results/mlp/lob/USB/window_03/history.csv</a:t>
            </a:r>
            <a:endParaRPr/>
          </a:p>
          <a:p>
            <a:pPr indent="0" lvl="0" marL="0" rtl="0" algn="l">
              <a:spcBef>
                <a:spcPts val="0"/>
              </a:spcBef>
              <a:spcAft>
                <a:spcPts val="0"/>
              </a:spcAft>
              <a:buSzPts val="1200"/>
              <a:buNone/>
            </a:pPr>
            <a:r>
              <a:rPr lang="ru-RU" sz="1200"/>
              <a:t>results/mlp/lob/USB/window_03/metrics.csv</a:t>
            </a:r>
            <a:endParaRPr/>
          </a:p>
          <a:p>
            <a:pPr indent="0" lvl="0" marL="0" rtl="0" algn="l">
              <a:spcBef>
                <a:spcPts val="0"/>
              </a:spcBef>
              <a:spcAft>
                <a:spcPts val="0"/>
              </a:spcAft>
              <a:buSzPts val="1200"/>
              <a:buNone/>
            </a:pPr>
            <a:r>
              <a:rPr lang="ru-RU" sz="1200"/>
              <a:t>results/mlp/lob/VZ/window_01/history.csv</a:t>
            </a:r>
            <a:endParaRPr/>
          </a:p>
          <a:p>
            <a:pPr indent="0" lvl="0" marL="0" rtl="0" algn="l">
              <a:spcBef>
                <a:spcPts val="0"/>
              </a:spcBef>
              <a:spcAft>
                <a:spcPts val="0"/>
              </a:spcAft>
              <a:buSzPts val="1200"/>
              <a:buNone/>
            </a:pPr>
            <a:r>
              <a:rPr lang="ru-RU" sz="1200"/>
              <a:t>results/mlp/lob/VZ/window_01/metrics.csv</a:t>
            </a:r>
            <a:endParaRPr/>
          </a:p>
          <a:p>
            <a:pPr indent="0" lvl="0" marL="0" rtl="0" algn="l">
              <a:spcBef>
                <a:spcPts val="0"/>
              </a:spcBef>
              <a:spcAft>
                <a:spcPts val="0"/>
              </a:spcAft>
              <a:buSzPts val="1200"/>
              <a:buNone/>
            </a:pPr>
            <a:r>
              <a:rPr lang="ru-RU" sz="1200"/>
              <a:t>results/mlp/lob/VZ/window_02/history.csv</a:t>
            </a:r>
            <a:endParaRPr/>
          </a:p>
          <a:p>
            <a:pPr indent="0" lvl="0" marL="0" rtl="0" algn="l">
              <a:spcBef>
                <a:spcPts val="0"/>
              </a:spcBef>
              <a:spcAft>
                <a:spcPts val="0"/>
              </a:spcAft>
              <a:buSzPts val="1200"/>
              <a:buNone/>
            </a:pPr>
            <a:r>
              <a:rPr lang="ru-RU" sz="1200"/>
              <a:t>results/mlp/lob/VZ/window_02/metrics.csv</a:t>
            </a:r>
            <a:endParaRPr/>
          </a:p>
          <a:p>
            <a:pPr indent="0" lvl="0" marL="0" rtl="0" algn="l">
              <a:spcBef>
                <a:spcPts val="0"/>
              </a:spcBef>
              <a:spcAft>
                <a:spcPts val="0"/>
              </a:spcAft>
              <a:buSzPts val="1200"/>
              <a:buNone/>
            </a:pPr>
            <a:r>
              <a:rPr lang="ru-RU" sz="1200"/>
              <a:t>results/mlp/lob/VZ/window_03/history.csv</a:t>
            </a:r>
            <a:endParaRPr/>
          </a:p>
          <a:p>
            <a:pPr indent="0" lvl="0" marL="0" rtl="0" algn="l">
              <a:spcBef>
                <a:spcPts val="0"/>
              </a:spcBef>
              <a:spcAft>
                <a:spcPts val="0"/>
              </a:spcAft>
              <a:buSzPts val="1200"/>
              <a:buNone/>
            </a:pPr>
            <a:r>
              <a:rPr lang="ru-RU" sz="1200"/>
              <a:t>results/mlp/lob/VZ/window_03/metrics.csv</a:t>
            </a:r>
            <a:endParaRPr/>
          </a:p>
          <a:p>
            <a:pPr indent="0" lvl="0" marL="0" rtl="0" algn="l">
              <a:spcBef>
                <a:spcPts val="0"/>
              </a:spcBef>
              <a:spcAft>
                <a:spcPts val="0"/>
              </a:spcAft>
              <a:buSzPts val="1200"/>
              <a:buNone/>
            </a:pPr>
            <a:r>
              <a:rPr lang="ru-RU" sz="1200"/>
              <a:t>results/mlp/of/BAC/window_01/history.csv</a:t>
            </a:r>
            <a:endParaRPr/>
          </a:p>
          <a:p>
            <a:pPr indent="0" lvl="0" marL="0" rtl="0" algn="l">
              <a:spcBef>
                <a:spcPts val="0"/>
              </a:spcBef>
              <a:spcAft>
                <a:spcPts val="0"/>
              </a:spcAft>
              <a:buSzPts val="1200"/>
              <a:buNone/>
            </a:pPr>
            <a:r>
              <a:rPr lang="ru-RU" sz="1200"/>
              <a:t>results/mlp/of/BAC/window_01/metrics.csv</a:t>
            </a:r>
            <a:endParaRPr/>
          </a:p>
          <a:p>
            <a:pPr indent="0" lvl="0" marL="0" rtl="0" algn="l">
              <a:spcBef>
                <a:spcPts val="0"/>
              </a:spcBef>
              <a:spcAft>
                <a:spcPts val="0"/>
              </a:spcAft>
              <a:buSzPts val="1200"/>
              <a:buNone/>
            </a:pPr>
            <a:r>
              <a:rPr lang="ru-RU" sz="1200"/>
              <a:t>results/mlp/of/BAC/window_02/history.csv</a:t>
            </a:r>
            <a:endParaRPr/>
          </a:p>
          <a:p>
            <a:pPr indent="0" lvl="0" marL="0" rtl="0" algn="l">
              <a:spcBef>
                <a:spcPts val="0"/>
              </a:spcBef>
              <a:spcAft>
                <a:spcPts val="0"/>
              </a:spcAft>
              <a:buSzPts val="1200"/>
              <a:buNone/>
            </a:pPr>
            <a:r>
              <a:rPr lang="ru-RU" sz="1200"/>
              <a:t>results/mlp/of/BAC/window_02/metrics.csv</a:t>
            </a:r>
            <a:endParaRPr/>
          </a:p>
          <a:p>
            <a:pPr indent="0" lvl="0" marL="0" rtl="0" algn="l">
              <a:spcBef>
                <a:spcPts val="0"/>
              </a:spcBef>
              <a:spcAft>
                <a:spcPts val="0"/>
              </a:spcAft>
              <a:buSzPts val="1200"/>
              <a:buNone/>
            </a:pPr>
            <a:r>
              <a:rPr lang="ru-RU" sz="1200"/>
              <a:t>results/mlp/of/BAC/window_03/history.csv</a:t>
            </a:r>
            <a:endParaRPr/>
          </a:p>
          <a:p>
            <a:pPr indent="0" lvl="0" marL="0" rtl="0" algn="l">
              <a:spcBef>
                <a:spcPts val="0"/>
              </a:spcBef>
              <a:spcAft>
                <a:spcPts val="0"/>
              </a:spcAft>
              <a:buSzPts val="1200"/>
              <a:buNone/>
            </a:pPr>
            <a:r>
              <a:rPr lang="ru-RU" sz="1200"/>
              <a:t>results/mlp/of/BAC/window_03/metrics.csv</a:t>
            </a:r>
            <a:endParaRPr/>
          </a:p>
          <a:p>
            <a:pPr indent="0" lvl="0" marL="0" rtl="0" algn="l">
              <a:spcBef>
                <a:spcPts val="0"/>
              </a:spcBef>
              <a:spcAft>
                <a:spcPts val="0"/>
              </a:spcAft>
              <a:buSzPts val="1200"/>
              <a:buNone/>
            </a:pPr>
            <a:r>
              <a:rPr lang="ru-RU" sz="1200"/>
              <a:t>results/mlp/of/NKE/window_01/history.csv</a:t>
            </a:r>
            <a:endParaRPr/>
          </a:p>
          <a:p>
            <a:pPr indent="0" lvl="0" marL="0" rtl="0" algn="l">
              <a:spcBef>
                <a:spcPts val="0"/>
              </a:spcBef>
              <a:spcAft>
                <a:spcPts val="0"/>
              </a:spcAft>
              <a:buSzPts val="1200"/>
              <a:buNone/>
            </a:pPr>
            <a:r>
              <a:rPr lang="ru-RU" sz="1200"/>
              <a:t>results/mlp/of/NKE/window_01/metrics.csv</a:t>
            </a:r>
            <a:endParaRPr/>
          </a:p>
          <a:p>
            <a:pPr indent="0" lvl="0" marL="0" rtl="0" algn="l">
              <a:spcBef>
                <a:spcPts val="0"/>
              </a:spcBef>
              <a:spcAft>
                <a:spcPts val="0"/>
              </a:spcAft>
              <a:buSzPts val="1200"/>
              <a:buNone/>
            </a:pPr>
            <a:r>
              <a:rPr lang="ru-RU" sz="1200"/>
              <a:t>results/mlp/of/NKE/window_02/history.csv</a:t>
            </a:r>
            <a:endParaRPr/>
          </a:p>
          <a:p>
            <a:pPr indent="0" lvl="0" marL="0" rtl="0" algn="l">
              <a:spcBef>
                <a:spcPts val="0"/>
              </a:spcBef>
              <a:spcAft>
                <a:spcPts val="0"/>
              </a:spcAft>
              <a:buSzPts val="1200"/>
              <a:buNone/>
            </a:pPr>
            <a:r>
              <a:rPr lang="ru-RU" sz="1200"/>
              <a:t>results/mlp/of/NKE/window_02/metrics.csv</a:t>
            </a:r>
            <a:endParaRPr/>
          </a:p>
          <a:p>
            <a:pPr indent="0" lvl="0" marL="0" rtl="0" algn="l">
              <a:spcBef>
                <a:spcPts val="0"/>
              </a:spcBef>
              <a:spcAft>
                <a:spcPts val="0"/>
              </a:spcAft>
              <a:buSzPts val="1200"/>
              <a:buNone/>
            </a:pPr>
            <a:r>
              <a:rPr lang="ru-RU" sz="1200"/>
              <a:t>results/mlp/of/NKE/window_03/history.csv</a:t>
            </a:r>
            <a:endParaRPr/>
          </a:p>
          <a:p>
            <a:pPr indent="0" lvl="0" marL="0" rtl="0" algn="l">
              <a:spcBef>
                <a:spcPts val="0"/>
              </a:spcBef>
              <a:spcAft>
                <a:spcPts val="0"/>
              </a:spcAft>
              <a:buSzPts val="1200"/>
              <a:buNone/>
            </a:pPr>
            <a:r>
              <a:rPr lang="ru-RU" sz="1200"/>
              <a:t>results/mlp/of/NKE/window_03/metrics.csv</a:t>
            </a:r>
            <a:endParaRPr/>
          </a:p>
          <a:p>
            <a:pPr indent="0" lvl="0" marL="0" rtl="0" algn="l">
              <a:spcBef>
                <a:spcPts val="0"/>
              </a:spcBef>
              <a:spcAft>
                <a:spcPts val="0"/>
              </a:spcAft>
              <a:buSzPts val="1200"/>
              <a:buNone/>
            </a:pPr>
            <a:r>
              <a:rPr lang="ru-RU" sz="1200"/>
              <a:t>results/mlp/of/OXY/window_01/history.csv</a:t>
            </a:r>
            <a:endParaRPr/>
          </a:p>
          <a:p>
            <a:pPr indent="0" lvl="0" marL="0" rtl="0" algn="l">
              <a:spcBef>
                <a:spcPts val="0"/>
              </a:spcBef>
              <a:spcAft>
                <a:spcPts val="0"/>
              </a:spcAft>
              <a:buSzPts val="1200"/>
              <a:buNone/>
            </a:pPr>
            <a:r>
              <a:rPr lang="ru-RU" sz="1200"/>
              <a:t>results/mlp/of/OXY/window_01/metrics.csv</a:t>
            </a:r>
            <a:endParaRPr/>
          </a:p>
          <a:p>
            <a:pPr indent="0" lvl="0" marL="0" rtl="0" algn="l">
              <a:spcBef>
                <a:spcPts val="0"/>
              </a:spcBef>
              <a:spcAft>
                <a:spcPts val="0"/>
              </a:spcAft>
              <a:buSzPts val="1200"/>
              <a:buNone/>
            </a:pPr>
            <a:r>
              <a:rPr lang="ru-RU" sz="1200"/>
              <a:t>results/mlp/of/OXY/window_02/history.csv</a:t>
            </a:r>
            <a:endParaRPr/>
          </a:p>
          <a:p>
            <a:pPr indent="0" lvl="0" marL="0" rtl="0" algn="l">
              <a:spcBef>
                <a:spcPts val="0"/>
              </a:spcBef>
              <a:spcAft>
                <a:spcPts val="0"/>
              </a:spcAft>
              <a:buSzPts val="1200"/>
              <a:buNone/>
            </a:pPr>
            <a:r>
              <a:rPr lang="ru-RU" sz="1200"/>
              <a:t>results/mlp/of/OXY/window_02/metrics.csv</a:t>
            </a:r>
            <a:endParaRPr/>
          </a:p>
          <a:p>
            <a:pPr indent="0" lvl="0" marL="0" rtl="0" algn="l">
              <a:spcBef>
                <a:spcPts val="0"/>
              </a:spcBef>
              <a:spcAft>
                <a:spcPts val="0"/>
              </a:spcAft>
              <a:buSzPts val="1200"/>
              <a:buNone/>
            </a:pPr>
            <a:r>
              <a:rPr lang="ru-RU" sz="1200"/>
              <a:t>results/mlp/of/OXY/window_03/history.csv</a:t>
            </a:r>
            <a:endParaRPr/>
          </a:p>
          <a:p>
            <a:pPr indent="0" lvl="0" marL="0" rtl="0" algn="l">
              <a:spcBef>
                <a:spcPts val="0"/>
              </a:spcBef>
              <a:spcAft>
                <a:spcPts val="0"/>
              </a:spcAft>
              <a:buSzPts val="1200"/>
              <a:buNone/>
            </a:pPr>
            <a:r>
              <a:rPr lang="ru-RU" sz="1200"/>
              <a:t>results/mlp/of/OXY/window_03/metrics.csv</a:t>
            </a:r>
            <a:endParaRPr/>
          </a:p>
          <a:p>
            <a:pPr indent="0" lvl="0" marL="0" rtl="0" algn="l">
              <a:spcBef>
                <a:spcPts val="0"/>
              </a:spcBef>
              <a:spcAft>
                <a:spcPts val="0"/>
              </a:spcAft>
              <a:buSzPts val="1200"/>
              <a:buNone/>
            </a:pPr>
            <a:r>
              <a:rPr lang="ru-RU" sz="1200"/>
              <a:t>results/mlp/of/UBER/window_01/history.csv</a:t>
            </a:r>
            <a:endParaRPr/>
          </a:p>
          <a:p>
            <a:pPr indent="0" lvl="0" marL="0" rtl="0" algn="l">
              <a:spcBef>
                <a:spcPts val="0"/>
              </a:spcBef>
              <a:spcAft>
                <a:spcPts val="0"/>
              </a:spcAft>
              <a:buSzPts val="1200"/>
              <a:buNone/>
            </a:pPr>
            <a:r>
              <a:rPr lang="ru-RU" sz="1200"/>
              <a:t>results/mlp/of/UBER/window_01/metrics.csv</a:t>
            </a:r>
            <a:endParaRPr/>
          </a:p>
          <a:p>
            <a:pPr indent="0" lvl="0" marL="0" rtl="0" algn="l">
              <a:spcBef>
                <a:spcPts val="0"/>
              </a:spcBef>
              <a:spcAft>
                <a:spcPts val="0"/>
              </a:spcAft>
              <a:buSzPts val="1200"/>
              <a:buNone/>
            </a:pPr>
            <a:r>
              <a:rPr lang="ru-RU" sz="1200"/>
              <a:t>results/mlp/of/UBER/window_02/history.csv</a:t>
            </a:r>
            <a:endParaRPr/>
          </a:p>
          <a:p>
            <a:pPr indent="0" lvl="0" marL="0" rtl="0" algn="l">
              <a:spcBef>
                <a:spcPts val="0"/>
              </a:spcBef>
              <a:spcAft>
                <a:spcPts val="0"/>
              </a:spcAft>
              <a:buSzPts val="1200"/>
              <a:buNone/>
            </a:pPr>
            <a:r>
              <a:rPr lang="ru-RU" sz="1200"/>
              <a:t>results/mlp/of/UBER/window_02/metrics.csv</a:t>
            </a:r>
            <a:endParaRPr/>
          </a:p>
          <a:p>
            <a:pPr indent="0" lvl="0" marL="0" rtl="0" algn="l">
              <a:spcBef>
                <a:spcPts val="0"/>
              </a:spcBef>
              <a:spcAft>
                <a:spcPts val="0"/>
              </a:spcAft>
              <a:buSzPts val="1200"/>
              <a:buNone/>
            </a:pPr>
            <a:r>
              <a:rPr lang="ru-RU" sz="1200"/>
              <a:t>results/mlp/of/UBER/window_03/history.csv</a:t>
            </a:r>
            <a:endParaRPr/>
          </a:p>
          <a:p>
            <a:pPr indent="0" lvl="0" marL="0" rtl="0" algn="l">
              <a:spcBef>
                <a:spcPts val="0"/>
              </a:spcBef>
              <a:spcAft>
                <a:spcPts val="0"/>
              </a:spcAft>
              <a:buSzPts val="1200"/>
              <a:buNone/>
            </a:pPr>
            <a:r>
              <a:rPr lang="ru-RU" sz="1200"/>
              <a:t>results/mlp/of/UBER/window_03/metrics.csv</a:t>
            </a:r>
            <a:endParaRPr/>
          </a:p>
          <a:p>
            <a:pPr indent="0" lvl="0" marL="0" rtl="0" algn="l">
              <a:spcBef>
                <a:spcPts val="0"/>
              </a:spcBef>
              <a:spcAft>
                <a:spcPts val="0"/>
              </a:spcAft>
              <a:buSzPts val="1200"/>
              <a:buNone/>
            </a:pPr>
            <a:r>
              <a:rPr lang="ru-RU" sz="1200"/>
              <a:t>results/mlp/of/USB/window_01/history.csv</a:t>
            </a:r>
            <a:endParaRPr/>
          </a:p>
          <a:p>
            <a:pPr indent="0" lvl="0" marL="0" rtl="0" algn="l">
              <a:spcBef>
                <a:spcPts val="0"/>
              </a:spcBef>
              <a:spcAft>
                <a:spcPts val="0"/>
              </a:spcAft>
              <a:buSzPts val="1200"/>
              <a:buNone/>
            </a:pPr>
            <a:r>
              <a:rPr lang="ru-RU" sz="1200"/>
              <a:t>results/mlp/of/USB/window_01/metrics.csv</a:t>
            </a:r>
            <a:endParaRPr/>
          </a:p>
          <a:p>
            <a:pPr indent="0" lvl="0" marL="0" rtl="0" algn="l">
              <a:spcBef>
                <a:spcPts val="0"/>
              </a:spcBef>
              <a:spcAft>
                <a:spcPts val="0"/>
              </a:spcAft>
              <a:buSzPts val="1200"/>
              <a:buNone/>
            </a:pPr>
            <a:r>
              <a:rPr lang="ru-RU" sz="1200"/>
              <a:t>results/mlp/of/USB/window_02/history.csv</a:t>
            </a:r>
            <a:endParaRPr/>
          </a:p>
          <a:p>
            <a:pPr indent="0" lvl="0" marL="0" rtl="0" algn="l">
              <a:spcBef>
                <a:spcPts val="0"/>
              </a:spcBef>
              <a:spcAft>
                <a:spcPts val="0"/>
              </a:spcAft>
              <a:buSzPts val="1200"/>
              <a:buNone/>
            </a:pPr>
            <a:r>
              <a:rPr lang="ru-RU" sz="1200"/>
              <a:t>results/mlp/of/USB/window_02/metrics.csv</a:t>
            </a:r>
            <a:endParaRPr/>
          </a:p>
          <a:p>
            <a:pPr indent="0" lvl="0" marL="0" rtl="0" algn="l">
              <a:spcBef>
                <a:spcPts val="0"/>
              </a:spcBef>
              <a:spcAft>
                <a:spcPts val="0"/>
              </a:spcAft>
              <a:buSzPts val="1200"/>
              <a:buNone/>
            </a:pPr>
            <a:r>
              <a:rPr lang="ru-RU" sz="1200"/>
              <a:t>results/mlp/of/USB/window_03/history.csv</a:t>
            </a:r>
            <a:endParaRPr/>
          </a:p>
          <a:p>
            <a:pPr indent="0" lvl="0" marL="0" rtl="0" algn="l">
              <a:spcBef>
                <a:spcPts val="0"/>
              </a:spcBef>
              <a:spcAft>
                <a:spcPts val="0"/>
              </a:spcAft>
              <a:buSzPts val="1200"/>
              <a:buNone/>
            </a:pPr>
            <a:r>
              <a:rPr lang="ru-RU" sz="1200"/>
              <a:t>results/mlp/of/USB/window_03/metrics.csv</a:t>
            </a:r>
            <a:endParaRPr/>
          </a:p>
          <a:p>
            <a:pPr indent="0" lvl="0" marL="0" rtl="0" algn="l">
              <a:spcBef>
                <a:spcPts val="0"/>
              </a:spcBef>
              <a:spcAft>
                <a:spcPts val="0"/>
              </a:spcAft>
              <a:buSzPts val="1200"/>
              <a:buNone/>
            </a:pPr>
            <a:r>
              <a:rPr lang="ru-RU" sz="1200"/>
              <a:t>results/mlp/of/VZ/window_01/history.csv</a:t>
            </a:r>
            <a:endParaRPr/>
          </a:p>
          <a:p>
            <a:pPr indent="0" lvl="0" marL="0" rtl="0" algn="l">
              <a:spcBef>
                <a:spcPts val="0"/>
              </a:spcBef>
              <a:spcAft>
                <a:spcPts val="0"/>
              </a:spcAft>
              <a:buSzPts val="1200"/>
              <a:buNone/>
            </a:pPr>
            <a:r>
              <a:rPr lang="ru-RU" sz="1200"/>
              <a:t>results/mlp/of/VZ/window_01/metrics.csv</a:t>
            </a:r>
            <a:endParaRPr/>
          </a:p>
          <a:p>
            <a:pPr indent="0" lvl="0" marL="0" rtl="0" algn="l">
              <a:spcBef>
                <a:spcPts val="0"/>
              </a:spcBef>
              <a:spcAft>
                <a:spcPts val="0"/>
              </a:spcAft>
              <a:buSzPts val="1200"/>
              <a:buNone/>
            </a:pPr>
            <a:r>
              <a:rPr lang="ru-RU" sz="1200"/>
              <a:t>results/mlp/of/VZ/window_02/history.csv</a:t>
            </a:r>
            <a:endParaRPr/>
          </a:p>
          <a:p>
            <a:pPr indent="0" lvl="0" marL="0" rtl="0" algn="l">
              <a:spcBef>
                <a:spcPts val="0"/>
              </a:spcBef>
              <a:spcAft>
                <a:spcPts val="0"/>
              </a:spcAft>
              <a:buSzPts val="1200"/>
              <a:buNone/>
            </a:pPr>
            <a:r>
              <a:rPr lang="ru-RU" sz="1200"/>
              <a:t>results/mlp/of/VZ/window_02/metrics.csv</a:t>
            </a:r>
            <a:endParaRPr/>
          </a:p>
          <a:p>
            <a:pPr indent="0" lvl="0" marL="0" rtl="0" algn="l">
              <a:spcBef>
                <a:spcPts val="0"/>
              </a:spcBef>
              <a:spcAft>
                <a:spcPts val="0"/>
              </a:spcAft>
              <a:buSzPts val="1200"/>
              <a:buNone/>
            </a:pPr>
            <a:r>
              <a:rPr lang="ru-RU" sz="1200"/>
              <a:t>results/mlp/of/VZ/window_03/history.csv</a:t>
            </a:r>
            <a:endParaRPr/>
          </a:p>
          <a:p>
            <a:pPr indent="0" lvl="0" marL="0" rtl="0" algn="l">
              <a:spcBef>
                <a:spcPts val="0"/>
              </a:spcBef>
              <a:spcAft>
                <a:spcPts val="0"/>
              </a:spcAft>
              <a:buSzPts val="1200"/>
              <a:buNone/>
            </a:pPr>
            <a:r>
              <a:rPr lang="ru-RU" sz="1200"/>
              <a:t>results/mlp/of/VZ/window_03/metrics.csv</a:t>
            </a:r>
            <a:endParaRPr/>
          </a:p>
          <a:p>
            <a:pPr indent="0" lvl="0" marL="0" rtl="0" algn="l">
              <a:spcBef>
                <a:spcPts val="0"/>
              </a:spcBef>
              <a:spcAft>
                <a:spcPts val="0"/>
              </a:spcAft>
              <a:buSzPts val="1200"/>
              <a:buNone/>
            </a:pPr>
            <a:r>
              <a:rPr lang="ru-RU" sz="1200"/>
              <a:t>results/mlp/ofi/BAC/window_01/history.csv</a:t>
            </a:r>
            <a:endParaRPr/>
          </a:p>
          <a:p>
            <a:pPr indent="0" lvl="0" marL="0" rtl="0" algn="l">
              <a:spcBef>
                <a:spcPts val="0"/>
              </a:spcBef>
              <a:spcAft>
                <a:spcPts val="0"/>
              </a:spcAft>
              <a:buSzPts val="1200"/>
              <a:buNone/>
            </a:pPr>
            <a:r>
              <a:rPr lang="ru-RU" sz="1200"/>
              <a:t>results/mlp/ofi/BAC/window_01/metrics.csv</a:t>
            </a:r>
            <a:endParaRPr/>
          </a:p>
          <a:p>
            <a:pPr indent="0" lvl="0" marL="0" rtl="0" algn="l">
              <a:spcBef>
                <a:spcPts val="0"/>
              </a:spcBef>
              <a:spcAft>
                <a:spcPts val="0"/>
              </a:spcAft>
              <a:buSzPts val="1200"/>
              <a:buNone/>
            </a:pPr>
            <a:r>
              <a:rPr lang="ru-RU" sz="1200"/>
              <a:t>results/mlp/ofi/BAC/window_02/history.csv</a:t>
            </a:r>
            <a:endParaRPr/>
          </a:p>
          <a:p>
            <a:pPr indent="0" lvl="0" marL="0" rtl="0" algn="l">
              <a:spcBef>
                <a:spcPts val="0"/>
              </a:spcBef>
              <a:spcAft>
                <a:spcPts val="0"/>
              </a:spcAft>
              <a:buSzPts val="1200"/>
              <a:buNone/>
            </a:pPr>
            <a:r>
              <a:rPr lang="ru-RU" sz="1200"/>
              <a:t>results/mlp/ofi/BAC/window_02/metrics.csv</a:t>
            </a:r>
            <a:endParaRPr/>
          </a:p>
          <a:p>
            <a:pPr indent="0" lvl="0" marL="0" rtl="0" algn="l">
              <a:spcBef>
                <a:spcPts val="0"/>
              </a:spcBef>
              <a:spcAft>
                <a:spcPts val="0"/>
              </a:spcAft>
              <a:buSzPts val="1200"/>
              <a:buNone/>
            </a:pPr>
            <a:r>
              <a:rPr lang="ru-RU" sz="1200"/>
              <a:t>results/mlp/ofi/BAC/window_03/history.csv</a:t>
            </a:r>
            <a:endParaRPr/>
          </a:p>
          <a:p>
            <a:pPr indent="0" lvl="0" marL="0" rtl="0" algn="l">
              <a:spcBef>
                <a:spcPts val="0"/>
              </a:spcBef>
              <a:spcAft>
                <a:spcPts val="0"/>
              </a:spcAft>
              <a:buSzPts val="1200"/>
              <a:buNone/>
            </a:pPr>
            <a:r>
              <a:rPr lang="ru-RU" sz="1200"/>
              <a:t>results/mlp/ofi/BAC/window_03/metrics.csv</a:t>
            </a:r>
            <a:endParaRPr/>
          </a:p>
          <a:p>
            <a:pPr indent="0" lvl="0" marL="0" rtl="0" algn="l">
              <a:spcBef>
                <a:spcPts val="0"/>
              </a:spcBef>
              <a:spcAft>
                <a:spcPts val="0"/>
              </a:spcAft>
              <a:buSzPts val="1200"/>
              <a:buNone/>
            </a:pPr>
            <a:r>
              <a:rPr lang="ru-RU" sz="1200"/>
              <a:t>results/mlp/ofi/NKE/window_01/history.csv</a:t>
            </a:r>
            <a:endParaRPr/>
          </a:p>
          <a:p>
            <a:pPr indent="0" lvl="0" marL="0" rtl="0" algn="l">
              <a:spcBef>
                <a:spcPts val="0"/>
              </a:spcBef>
              <a:spcAft>
                <a:spcPts val="0"/>
              </a:spcAft>
              <a:buSzPts val="1200"/>
              <a:buNone/>
            </a:pPr>
            <a:r>
              <a:rPr lang="ru-RU" sz="1200"/>
              <a:t>results/mlp/ofi/NKE/window_01/metrics.csv</a:t>
            </a:r>
            <a:endParaRPr/>
          </a:p>
          <a:p>
            <a:pPr indent="0" lvl="0" marL="0" rtl="0" algn="l">
              <a:spcBef>
                <a:spcPts val="0"/>
              </a:spcBef>
              <a:spcAft>
                <a:spcPts val="0"/>
              </a:spcAft>
              <a:buSzPts val="1200"/>
              <a:buNone/>
            </a:pPr>
            <a:r>
              <a:rPr lang="ru-RU" sz="1200"/>
              <a:t>results/mlp/ofi/NKE/window_02/history.csv</a:t>
            </a:r>
            <a:endParaRPr/>
          </a:p>
          <a:p>
            <a:pPr indent="0" lvl="0" marL="0" rtl="0" algn="l">
              <a:spcBef>
                <a:spcPts val="0"/>
              </a:spcBef>
              <a:spcAft>
                <a:spcPts val="0"/>
              </a:spcAft>
              <a:buSzPts val="1200"/>
              <a:buNone/>
            </a:pPr>
            <a:r>
              <a:rPr lang="ru-RU" sz="1200"/>
              <a:t>results/mlp/ofi/NKE/window_02/metrics.csv</a:t>
            </a:r>
            <a:endParaRPr/>
          </a:p>
          <a:p>
            <a:pPr indent="0" lvl="0" marL="0" rtl="0" algn="l">
              <a:spcBef>
                <a:spcPts val="0"/>
              </a:spcBef>
              <a:spcAft>
                <a:spcPts val="0"/>
              </a:spcAft>
              <a:buSzPts val="1200"/>
              <a:buNone/>
            </a:pPr>
            <a:r>
              <a:rPr lang="ru-RU" sz="1200"/>
              <a:t>results/mlp/ofi/NKE/window_03/history.csv</a:t>
            </a:r>
            <a:endParaRPr/>
          </a:p>
          <a:p>
            <a:pPr indent="0" lvl="0" marL="0" rtl="0" algn="l">
              <a:spcBef>
                <a:spcPts val="0"/>
              </a:spcBef>
              <a:spcAft>
                <a:spcPts val="0"/>
              </a:spcAft>
              <a:buSzPts val="1200"/>
              <a:buNone/>
            </a:pPr>
            <a:r>
              <a:rPr lang="ru-RU" sz="1200"/>
              <a:t>results/mlp/ofi/NKE/window_03/metrics.csv</a:t>
            </a:r>
            <a:endParaRPr/>
          </a:p>
          <a:p>
            <a:pPr indent="0" lvl="0" marL="0" rtl="0" algn="l">
              <a:spcBef>
                <a:spcPts val="0"/>
              </a:spcBef>
              <a:spcAft>
                <a:spcPts val="0"/>
              </a:spcAft>
              <a:buSzPts val="1200"/>
              <a:buNone/>
            </a:pPr>
            <a:r>
              <a:rPr lang="ru-RU" sz="1200"/>
              <a:t>results/mlp/ofi/OXY/window_01/history.csv</a:t>
            </a:r>
            <a:endParaRPr/>
          </a:p>
          <a:p>
            <a:pPr indent="0" lvl="0" marL="0" rtl="0" algn="l">
              <a:spcBef>
                <a:spcPts val="0"/>
              </a:spcBef>
              <a:spcAft>
                <a:spcPts val="0"/>
              </a:spcAft>
              <a:buSzPts val="1200"/>
              <a:buNone/>
            </a:pPr>
            <a:r>
              <a:rPr lang="ru-RU" sz="1200"/>
              <a:t>results/mlp/ofi/OXY/window_01/metrics.csv</a:t>
            </a:r>
            <a:endParaRPr/>
          </a:p>
          <a:p>
            <a:pPr indent="0" lvl="0" marL="0" rtl="0" algn="l">
              <a:spcBef>
                <a:spcPts val="0"/>
              </a:spcBef>
              <a:spcAft>
                <a:spcPts val="0"/>
              </a:spcAft>
              <a:buSzPts val="1200"/>
              <a:buNone/>
            </a:pPr>
            <a:r>
              <a:rPr lang="ru-RU" sz="1200"/>
              <a:t>results/mlp/ofi/OXY/window_02/history.csv</a:t>
            </a:r>
            <a:endParaRPr/>
          </a:p>
          <a:p>
            <a:pPr indent="0" lvl="0" marL="0" rtl="0" algn="l">
              <a:spcBef>
                <a:spcPts val="0"/>
              </a:spcBef>
              <a:spcAft>
                <a:spcPts val="0"/>
              </a:spcAft>
              <a:buSzPts val="1200"/>
              <a:buNone/>
            </a:pPr>
            <a:r>
              <a:rPr lang="ru-RU" sz="1200"/>
              <a:t>results/mlp/ofi/OXY/window_02/metrics.csv</a:t>
            </a:r>
            <a:endParaRPr/>
          </a:p>
          <a:p>
            <a:pPr indent="0" lvl="0" marL="0" rtl="0" algn="l">
              <a:spcBef>
                <a:spcPts val="0"/>
              </a:spcBef>
              <a:spcAft>
                <a:spcPts val="0"/>
              </a:spcAft>
              <a:buSzPts val="1200"/>
              <a:buNone/>
            </a:pPr>
            <a:r>
              <a:rPr lang="ru-RU" sz="1200"/>
              <a:t>results/mlp/ofi/OXY/window_03/history.csv</a:t>
            </a:r>
            <a:endParaRPr/>
          </a:p>
          <a:p>
            <a:pPr indent="0" lvl="0" marL="0" rtl="0" algn="l">
              <a:spcBef>
                <a:spcPts val="0"/>
              </a:spcBef>
              <a:spcAft>
                <a:spcPts val="0"/>
              </a:spcAft>
              <a:buSzPts val="1200"/>
              <a:buNone/>
            </a:pPr>
            <a:r>
              <a:rPr lang="ru-RU" sz="1200"/>
              <a:t>results/mlp/ofi/OXY/window_03/metrics.csv</a:t>
            </a:r>
            <a:endParaRPr/>
          </a:p>
          <a:p>
            <a:pPr indent="0" lvl="0" marL="0" rtl="0" algn="l">
              <a:spcBef>
                <a:spcPts val="0"/>
              </a:spcBef>
              <a:spcAft>
                <a:spcPts val="0"/>
              </a:spcAft>
              <a:buSzPts val="1200"/>
              <a:buNone/>
            </a:pPr>
            <a:r>
              <a:rPr lang="ru-RU" sz="1200"/>
              <a:t>results/mlp/ofi/UBER/window_01/history.csv</a:t>
            </a:r>
            <a:endParaRPr/>
          </a:p>
          <a:p>
            <a:pPr indent="0" lvl="0" marL="0" rtl="0" algn="l">
              <a:spcBef>
                <a:spcPts val="0"/>
              </a:spcBef>
              <a:spcAft>
                <a:spcPts val="0"/>
              </a:spcAft>
              <a:buSzPts val="1200"/>
              <a:buNone/>
            </a:pPr>
            <a:r>
              <a:rPr lang="ru-RU" sz="1200"/>
              <a:t>results/mlp/ofi/UBER/window_01/metrics.csv</a:t>
            </a:r>
            <a:endParaRPr/>
          </a:p>
          <a:p>
            <a:pPr indent="0" lvl="0" marL="0" rtl="0" algn="l">
              <a:spcBef>
                <a:spcPts val="0"/>
              </a:spcBef>
              <a:spcAft>
                <a:spcPts val="0"/>
              </a:spcAft>
              <a:buSzPts val="1200"/>
              <a:buNone/>
            </a:pPr>
            <a:r>
              <a:rPr lang="ru-RU" sz="1200"/>
              <a:t>results/mlp/ofi/UBER/window_02/history.csv</a:t>
            </a:r>
            <a:endParaRPr/>
          </a:p>
          <a:p>
            <a:pPr indent="0" lvl="0" marL="0" rtl="0" algn="l">
              <a:spcBef>
                <a:spcPts val="0"/>
              </a:spcBef>
              <a:spcAft>
                <a:spcPts val="0"/>
              </a:spcAft>
              <a:buSzPts val="1200"/>
              <a:buNone/>
            </a:pPr>
            <a:r>
              <a:rPr lang="ru-RU" sz="1200"/>
              <a:t>results/mlp/ofi/UBER/window_02/metrics.csv</a:t>
            </a:r>
            <a:endParaRPr/>
          </a:p>
          <a:p>
            <a:pPr indent="0" lvl="0" marL="0" rtl="0" algn="l">
              <a:spcBef>
                <a:spcPts val="0"/>
              </a:spcBef>
              <a:spcAft>
                <a:spcPts val="0"/>
              </a:spcAft>
              <a:buSzPts val="1200"/>
              <a:buNone/>
            </a:pPr>
            <a:r>
              <a:rPr lang="ru-RU" sz="1200"/>
              <a:t>results/mlp/ofi/UBER/window_03/history.csv</a:t>
            </a:r>
            <a:endParaRPr/>
          </a:p>
          <a:p>
            <a:pPr indent="0" lvl="0" marL="0" rtl="0" algn="l">
              <a:spcBef>
                <a:spcPts val="0"/>
              </a:spcBef>
              <a:spcAft>
                <a:spcPts val="0"/>
              </a:spcAft>
              <a:buSzPts val="1200"/>
              <a:buNone/>
            </a:pPr>
            <a:r>
              <a:rPr lang="ru-RU" sz="1200"/>
              <a:t>results/mlp/ofi/UBER/window_03/metrics.csv</a:t>
            </a:r>
            <a:endParaRPr/>
          </a:p>
          <a:p>
            <a:pPr indent="0" lvl="0" marL="0" rtl="0" algn="l">
              <a:spcBef>
                <a:spcPts val="0"/>
              </a:spcBef>
              <a:spcAft>
                <a:spcPts val="0"/>
              </a:spcAft>
              <a:buSzPts val="1200"/>
              <a:buNone/>
            </a:pPr>
            <a:r>
              <a:rPr lang="ru-RU" sz="1200"/>
              <a:t>results/mlp/ofi/USB/window_01/history.csv</a:t>
            </a:r>
            <a:endParaRPr/>
          </a:p>
          <a:p>
            <a:pPr indent="0" lvl="0" marL="0" rtl="0" algn="l">
              <a:spcBef>
                <a:spcPts val="0"/>
              </a:spcBef>
              <a:spcAft>
                <a:spcPts val="0"/>
              </a:spcAft>
              <a:buSzPts val="1200"/>
              <a:buNone/>
            </a:pPr>
            <a:r>
              <a:rPr lang="ru-RU" sz="1200"/>
              <a:t>results/mlp/ofi/USB/window_01/metrics.csv</a:t>
            </a:r>
            <a:endParaRPr/>
          </a:p>
          <a:p>
            <a:pPr indent="0" lvl="0" marL="0" rtl="0" algn="l">
              <a:spcBef>
                <a:spcPts val="0"/>
              </a:spcBef>
              <a:spcAft>
                <a:spcPts val="0"/>
              </a:spcAft>
              <a:buSzPts val="1200"/>
              <a:buNone/>
            </a:pPr>
            <a:r>
              <a:rPr lang="ru-RU" sz="1200"/>
              <a:t>results/mlp/ofi/USB/window_02/history.csv</a:t>
            </a:r>
            <a:endParaRPr/>
          </a:p>
          <a:p>
            <a:pPr indent="0" lvl="0" marL="0" rtl="0" algn="l">
              <a:spcBef>
                <a:spcPts val="0"/>
              </a:spcBef>
              <a:spcAft>
                <a:spcPts val="0"/>
              </a:spcAft>
              <a:buSzPts val="1200"/>
              <a:buNone/>
            </a:pPr>
            <a:r>
              <a:rPr lang="ru-RU" sz="1200"/>
              <a:t>results/mlp/ofi/USB/window_02/metrics.csv</a:t>
            </a:r>
            <a:endParaRPr/>
          </a:p>
          <a:p>
            <a:pPr indent="0" lvl="0" marL="0" rtl="0" algn="l">
              <a:spcBef>
                <a:spcPts val="0"/>
              </a:spcBef>
              <a:spcAft>
                <a:spcPts val="0"/>
              </a:spcAft>
              <a:buSzPts val="1200"/>
              <a:buNone/>
            </a:pPr>
            <a:r>
              <a:rPr lang="ru-RU" sz="1200"/>
              <a:t>results/mlp/ofi/USB/window_03/history.csv</a:t>
            </a:r>
            <a:endParaRPr/>
          </a:p>
          <a:p>
            <a:pPr indent="0" lvl="0" marL="0" rtl="0" algn="l">
              <a:spcBef>
                <a:spcPts val="0"/>
              </a:spcBef>
              <a:spcAft>
                <a:spcPts val="0"/>
              </a:spcAft>
              <a:buSzPts val="1200"/>
              <a:buNone/>
            </a:pPr>
            <a:r>
              <a:rPr lang="ru-RU" sz="1200"/>
              <a:t>results/mlp/ofi/USB/window_03/metrics.csv</a:t>
            </a:r>
            <a:endParaRPr/>
          </a:p>
          <a:p>
            <a:pPr indent="0" lvl="0" marL="0" rtl="0" algn="l">
              <a:spcBef>
                <a:spcPts val="0"/>
              </a:spcBef>
              <a:spcAft>
                <a:spcPts val="0"/>
              </a:spcAft>
              <a:buSzPts val="1200"/>
              <a:buNone/>
            </a:pPr>
            <a:r>
              <a:rPr lang="ru-RU" sz="1200"/>
              <a:t>results/mlp/ofi/VZ/window_01/history.csv</a:t>
            </a:r>
            <a:endParaRPr/>
          </a:p>
          <a:p>
            <a:pPr indent="0" lvl="0" marL="0" rtl="0" algn="l">
              <a:spcBef>
                <a:spcPts val="0"/>
              </a:spcBef>
              <a:spcAft>
                <a:spcPts val="0"/>
              </a:spcAft>
              <a:buSzPts val="1200"/>
              <a:buNone/>
            </a:pPr>
            <a:r>
              <a:rPr lang="ru-RU" sz="1200"/>
              <a:t>results/mlp/ofi/VZ/window_01/metrics.csv</a:t>
            </a:r>
            <a:endParaRPr/>
          </a:p>
          <a:p>
            <a:pPr indent="0" lvl="0" marL="0" rtl="0" algn="l">
              <a:spcBef>
                <a:spcPts val="0"/>
              </a:spcBef>
              <a:spcAft>
                <a:spcPts val="0"/>
              </a:spcAft>
              <a:buSzPts val="1200"/>
              <a:buNone/>
            </a:pPr>
            <a:r>
              <a:rPr lang="ru-RU" sz="1200"/>
              <a:t>results/mlp/ofi/VZ/window_02/history.csv</a:t>
            </a:r>
            <a:endParaRPr/>
          </a:p>
          <a:p>
            <a:pPr indent="0" lvl="0" marL="0" rtl="0" algn="l">
              <a:spcBef>
                <a:spcPts val="0"/>
              </a:spcBef>
              <a:spcAft>
                <a:spcPts val="0"/>
              </a:spcAft>
              <a:buSzPts val="1200"/>
              <a:buNone/>
            </a:pPr>
            <a:r>
              <a:rPr lang="ru-RU" sz="1200"/>
              <a:t>results/mlp/ofi/VZ/window_02/metrics.csv</a:t>
            </a:r>
            <a:endParaRPr/>
          </a:p>
          <a:p>
            <a:pPr indent="0" lvl="0" marL="0" rtl="0" algn="l">
              <a:spcBef>
                <a:spcPts val="0"/>
              </a:spcBef>
              <a:spcAft>
                <a:spcPts val="0"/>
              </a:spcAft>
              <a:buSzPts val="1200"/>
              <a:buNone/>
            </a:pPr>
            <a:r>
              <a:rPr lang="ru-RU" sz="1200"/>
              <a:t>results/mlp/ofi/VZ/window_03/history.csv</a:t>
            </a:r>
            <a:endParaRPr/>
          </a:p>
          <a:p>
            <a:pPr indent="0" lvl="0" marL="0" rtl="0" algn="l">
              <a:spcBef>
                <a:spcPts val="0"/>
              </a:spcBef>
              <a:spcAft>
                <a:spcPts val="0"/>
              </a:spcAft>
              <a:buSzPts val="1200"/>
              <a:buNone/>
            </a:pPr>
            <a:r>
              <a:rPr lang="ru-RU" sz="1200"/>
              <a:t>results/mlp/ofi/VZ/window_03/metrics.csv</a:t>
            </a:r>
            <a:endParaRPr/>
          </a:p>
          <a:p>
            <a:pPr indent="0" lvl="0" marL="0" rtl="0" algn="l">
              <a:spcBef>
                <a:spcPts val="0"/>
              </a:spcBef>
              <a:spcAft>
                <a:spcPts val="0"/>
              </a:spcAft>
              <a:buSzPts val="1200"/>
              <a:buNone/>
            </a:pPr>
            <a:r>
              <a:rPr lang="ru-RU" sz="1200"/>
              <a:t>results/model_comparison/of/all_tickers/comparison.csv</a:t>
            </a:r>
            <a:endParaRPr/>
          </a:p>
          <a:p>
            <a:pPr indent="0" lvl="0" marL="0" rtl="0" algn="l">
              <a:spcBef>
                <a:spcPts val="0"/>
              </a:spcBef>
              <a:spcAft>
                <a:spcPts val="0"/>
              </a:spcAft>
              <a:buSzPts val="1200"/>
              <a:buNone/>
            </a:pPr>
            <a:r>
              <a:rPr lang="ru-RU" sz="1200"/>
              <a:t>results/model_comparison/of/all_tickers/mse_comparison.png</a:t>
            </a:r>
            <a:endParaRPr/>
          </a:p>
          <a:p>
            <a:pPr indent="0" lvl="0" marL="0" rtl="0" algn="l">
              <a:spcBef>
                <a:spcPts val="0"/>
              </a:spcBef>
              <a:spcAft>
                <a:spcPts val="0"/>
              </a:spcAft>
              <a:buSzPts val="1200"/>
              <a:buNone/>
            </a:pPr>
            <a:r>
              <a:rPr lang="ru-RU" sz="1200"/>
              <a:t>results/model_comparison/of/all_tickers/r2_os_comparison.png</a:t>
            </a:r>
            <a:endParaRPr/>
          </a:p>
          <a:p>
            <a:pPr indent="0" lvl="0" marL="0" rtl="0" algn="l">
              <a:spcBef>
                <a:spcPts val="0"/>
              </a:spcBef>
              <a:spcAft>
                <a:spcPts val="0"/>
              </a:spcAft>
              <a:buSzPts val="1200"/>
              <a:buNone/>
            </a:pPr>
            <a:r>
              <a:rPr lang="ru-RU" sz="1200"/>
              <a:t>results/model_comparison/ofi/all_tickers/comparison.csv</a:t>
            </a:r>
            <a:endParaRPr/>
          </a:p>
          <a:p>
            <a:pPr indent="0" lvl="0" marL="0" rtl="0" algn="l">
              <a:spcBef>
                <a:spcPts val="0"/>
              </a:spcBef>
              <a:spcAft>
                <a:spcPts val="0"/>
              </a:spcAft>
              <a:buSzPts val="1200"/>
              <a:buNone/>
            </a:pPr>
            <a:r>
              <a:rPr lang="ru-RU" sz="1200"/>
              <a:t>results/model_comparison/ofi/all_tickers/mse_comparison.png</a:t>
            </a:r>
            <a:endParaRPr/>
          </a:p>
          <a:p>
            <a:pPr indent="0" lvl="0" marL="0" rtl="0" algn="l">
              <a:spcBef>
                <a:spcPts val="0"/>
              </a:spcBef>
              <a:spcAft>
                <a:spcPts val="0"/>
              </a:spcAft>
              <a:buSzPts val="1200"/>
              <a:buNone/>
            </a:pPr>
            <a:r>
              <a:rPr lang="ru-RU" sz="1200"/>
              <a:t>results/model_comparison/ofi/all_tickers/r2_os_comparison.png</a:t>
            </a:r>
            <a:endParaRPr/>
          </a:p>
          <a:p>
            <a:pPr indent="0" lvl="0" marL="0" rtl="0" algn="l">
              <a:spcBef>
                <a:spcPts val="0"/>
              </a:spcBef>
              <a:spcAft>
                <a:spcPts val="0"/>
              </a:spcAft>
              <a:buSzPts val="1200"/>
              <a:buNone/>
            </a:pPr>
            <a:r>
              <a:rPr lang="ru-RU" sz="1200"/>
              <a:t>results/report/fig2_arx_all_stocks.png</a:t>
            </a:r>
            <a:endParaRPr/>
          </a:p>
          <a:p>
            <a:pPr indent="0" lvl="0" marL="0" rtl="0" algn="l">
              <a:spcBef>
                <a:spcPts val="0"/>
              </a:spcBef>
              <a:spcAft>
                <a:spcPts val="0"/>
              </a:spcAft>
              <a:buSzPts val="1200"/>
              <a:buNone/>
            </a:pPr>
            <a:r>
              <a:rPr lang="ru-RU" sz="1200"/>
              <a:t>results/report/fig2_term_structure.png</a:t>
            </a:r>
            <a:endParaRPr/>
          </a:p>
          <a:p>
            <a:pPr indent="0" lvl="0" marL="0" rtl="0" algn="l">
              <a:spcBef>
                <a:spcPts val="0"/>
              </a:spcBef>
              <a:spcAft>
                <a:spcPts val="0"/>
              </a:spcAft>
              <a:buSzPts val="1200"/>
              <a:buNone/>
            </a:pPr>
            <a:r>
              <a:rPr lang="ru-RU" sz="1200"/>
              <a:t>results/report/fig3_ranks.csv</a:t>
            </a:r>
            <a:endParaRPr/>
          </a:p>
          <a:p>
            <a:pPr indent="0" lvl="0" marL="0" rtl="0" algn="l">
              <a:spcBef>
                <a:spcPts val="0"/>
              </a:spcBef>
              <a:spcAft>
                <a:spcPts val="0"/>
              </a:spcAft>
              <a:buSzPts val="1200"/>
              <a:buNone/>
            </a:pPr>
            <a:r>
              <a:rPr lang="ru-RU" sz="1200"/>
              <a:t>results/report/fig3_ranks.png</a:t>
            </a:r>
            <a:endParaRPr/>
          </a:p>
          <a:p>
            <a:pPr indent="0" lvl="0" marL="0" rtl="0" algn="l">
              <a:spcBef>
                <a:spcPts val="0"/>
              </a:spcBef>
              <a:spcAft>
                <a:spcPts val="0"/>
              </a:spcAft>
              <a:buSzPts val="1200"/>
              <a:buNone/>
            </a:pPr>
            <a:r>
              <a:rPr lang="ru-RU" sz="1200"/>
              <a:t>results/report/fig4_lstm_vs_cnn_lstm.png</a:t>
            </a:r>
            <a:endParaRPr/>
          </a:p>
          <a:p>
            <a:pPr indent="0" lvl="0" marL="0" rtl="0" algn="l">
              <a:spcBef>
                <a:spcPts val="0"/>
              </a:spcBef>
              <a:spcAft>
                <a:spcPts val="0"/>
              </a:spcAft>
              <a:buSzPts val="1200"/>
              <a:buNone/>
            </a:pPr>
            <a:r>
              <a:rPr lang="ru-RU" sz="1200"/>
              <a:t>results/report/fig5_cross_section.png</a:t>
            </a:r>
            <a:endParaRPr/>
          </a:p>
          <a:p>
            <a:pPr indent="0" lvl="0" marL="0" rtl="0" algn="l">
              <a:spcBef>
                <a:spcPts val="0"/>
              </a:spcBef>
              <a:spcAft>
                <a:spcPts val="0"/>
              </a:spcAft>
              <a:buSzPts val="1200"/>
              <a:buNone/>
            </a:pPr>
            <a:r>
              <a:rPr lang="ru-RU" sz="1200"/>
              <a:t>results/report/figB_arx_of_vs_ofi.png</a:t>
            </a:r>
            <a:endParaRPr/>
          </a:p>
          <a:p>
            <a:pPr indent="0" lvl="0" marL="0" rtl="0" algn="l">
              <a:spcBef>
                <a:spcPts val="0"/>
              </a:spcBef>
              <a:spcAft>
                <a:spcPts val="0"/>
              </a:spcAft>
              <a:buSzPts val="1200"/>
              <a:buNone/>
            </a:pPr>
            <a:r>
              <a:rPr lang="ru-RU" sz="1200"/>
              <a:t>results/report/table4_significance.csv</a:t>
            </a:r>
            <a:endParaRPr/>
          </a:p>
          <a:p>
            <a:pPr indent="0" lvl="0" marL="0" rtl="0" algn="l">
              <a:spcBef>
                <a:spcPts val="0"/>
              </a:spcBef>
              <a:spcAft>
                <a:spcPts val="0"/>
              </a:spcAft>
              <a:buSzPts val="1200"/>
              <a:buNone/>
            </a:pPr>
            <a:r>
              <a:rPr lang="ru-RU" sz="1200"/>
              <a:t>results/report/table5_cross_section.csv</a:t>
            </a:r>
            <a:endParaRPr/>
          </a:p>
          <a:p>
            <a:pPr indent="0" lvl="0" marL="0" rtl="0" algn="l">
              <a:spcBef>
                <a:spcPts val="0"/>
              </a:spcBef>
              <a:spcAft>
                <a:spcPts val="0"/>
              </a:spcAft>
              <a:buSzPts val="1200"/>
              <a:buNone/>
            </a:pPr>
            <a:r>
              <a:rPr lang="ru-RU" sz="1200"/>
              <a:t>results/report/table_data.csv</a:t>
            </a:r>
            <a:endParaRPr/>
          </a:p>
          <a:p>
            <a:pPr indent="0" lvl="0" marL="0" rtl="0" algn="l">
              <a:spcBef>
                <a:spcPts val="0"/>
              </a:spcBef>
              <a:spcAft>
                <a:spcPts val="0"/>
              </a:spcAft>
              <a:buSzPts val="1200"/>
              <a:buNone/>
            </a:pPr>
            <a:r>
              <a:rPr lang="ru-RU" sz="1200"/>
              <a:t>scripts/build_dataset.py</a:t>
            </a:r>
            <a:endParaRPr/>
          </a:p>
          <a:p>
            <a:pPr indent="0" lvl="0" marL="0" rtl="0" algn="l">
              <a:spcBef>
                <a:spcPts val="0"/>
              </a:spcBef>
              <a:spcAft>
                <a:spcPts val="0"/>
              </a:spcAft>
              <a:buSzPts val="1200"/>
              <a:buNone/>
            </a:pPr>
            <a:r>
              <a:rPr lang="ru-RU" sz="1200"/>
              <a:t>scripts/check_dataset.py</a:t>
            </a:r>
            <a:endParaRPr/>
          </a:p>
          <a:p>
            <a:pPr indent="0" lvl="0" marL="0" rtl="0" algn="l">
              <a:spcBef>
                <a:spcPts val="0"/>
              </a:spcBef>
              <a:spcAft>
                <a:spcPts val="0"/>
              </a:spcAft>
              <a:buSzPts val="1200"/>
              <a:buNone/>
            </a:pPr>
            <a:r>
              <a:rPr lang="ru-RU" sz="1200"/>
              <a:t>scripts/download_days.py</a:t>
            </a:r>
            <a:endParaRPr/>
          </a:p>
          <a:p>
            <a:pPr indent="0" lvl="0" marL="0" rtl="0" algn="l">
              <a:spcBef>
                <a:spcPts val="0"/>
              </a:spcBef>
              <a:spcAft>
                <a:spcPts val="0"/>
              </a:spcAft>
              <a:buSzPts val="1200"/>
              <a:buNone/>
            </a:pPr>
            <a:r>
              <a:rPr lang="ru-RU" sz="1200"/>
              <a:t>scripts/extensions.py</a:t>
            </a:r>
            <a:endParaRPr/>
          </a:p>
          <a:p>
            <a:pPr indent="0" lvl="0" marL="0" rtl="0" algn="l">
              <a:spcBef>
                <a:spcPts val="0"/>
              </a:spcBef>
              <a:spcAft>
                <a:spcPts val="0"/>
              </a:spcAft>
              <a:buSzPts val="1200"/>
              <a:buNone/>
            </a:pPr>
            <a:r>
              <a:rPr lang="ru-RU" sz="1200"/>
              <a:t>scripts/freeze_dataset.py</a:t>
            </a:r>
            <a:endParaRPr/>
          </a:p>
          <a:p>
            <a:pPr indent="0" lvl="0" marL="0" rtl="0" algn="l">
              <a:spcBef>
                <a:spcPts val="0"/>
              </a:spcBef>
              <a:spcAft>
                <a:spcPts val="0"/>
              </a:spcAft>
              <a:buSzPts val="1200"/>
              <a:buNone/>
            </a:pPr>
            <a:r>
              <a:rPr lang="ru-RU" sz="1200"/>
              <a:t>scripts/lr_check.py</a:t>
            </a:r>
            <a:endParaRPr/>
          </a:p>
          <a:p>
            <a:pPr indent="0" lvl="0" marL="0" rtl="0" algn="l">
              <a:spcBef>
                <a:spcPts val="0"/>
              </a:spcBef>
              <a:spcAft>
                <a:spcPts val="0"/>
              </a:spcAft>
              <a:buSzPts val="1200"/>
              <a:buNone/>
            </a:pPr>
            <a:r>
              <a:rPr lang="ru-RU" sz="1200"/>
              <a:t>scripts/make_report.py</a:t>
            </a:r>
            <a:endParaRPr/>
          </a:p>
          <a:p>
            <a:pPr indent="0" lvl="0" marL="0" rtl="0" algn="l">
              <a:spcBef>
                <a:spcPts val="0"/>
              </a:spcBef>
              <a:spcAft>
                <a:spcPts val="0"/>
              </a:spcAft>
              <a:buSzPts val="1200"/>
              <a:buNone/>
            </a:pPr>
            <a:r>
              <a:rPr lang="ru-RU" sz="1200"/>
              <a:t>scripts/make_samples.py</a:t>
            </a:r>
            <a:endParaRPr/>
          </a:p>
          <a:p>
            <a:pPr indent="0" lvl="0" marL="0" rtl="0" algn="l">
              <a:spcBef>
                <a:spcPts val="0"/>
              </a:spcBef>
              <a:spcAft>
                <a:spcPts val="0"/>
              </a:spcAft>
              <a:buSzPts val="1200"/>
              <a:buNone/>
            </a:pPr>
            <a:r>
              <a:rPr lang="ru-RU" sz="1200"/>
              <a:t>scripts/overnight.py</a:t>
            </a:r>
            <a:endParaRPr/>
          </a:p>
          <a:p>
            <a:pPr indent="0" lvl="0" marL="0" rtl="0" algn="l">
              <a:spcBef>
                <a:spcPts val="0"/>
              </a:spcBef>
              <a:spcAft>
                <a:spcPts val="0"/>
              </a:spcAft>
              <a:buSzPts val="1200"/>
              <a:buNone/>
            </a:pPr>
            <a:r>
              <a:rPr lang="ru-RU" sz="1200"/>
              <a:t>scripts/pilot_day.py</a:t>
            </a:r>
            <a:endParaRPr/>
          </a:p>
          <a:p>
            <a:pPr indent="0" lvl="0" marL="0" rtl="0" algn="l">
              <a:spcBef>
                <a:spcPts val="0"/>
              </a:spcBef>
              <a:spcAft>
                <a:spcPts val="0"/>
              </a:spcAft>
              <a:buSzPts val="1200"/>
              <a:buNone/>
            </a:pPr>
            <a:r>
              <a:rPr lang="ru-RU" sz="1200"/>
              <a:t>scripts/train_one_day.py</a:t>
            </a:r>
            <a:endParaRPr/>
          </a:p>
          <a:p>
            <a:pPr indent="0" lvl="0" marL="0" rtl="0" algn="l">
              <a:spcBef>
                <a:spcPts val="0"/>
              </a:spcBef>
              <a:spcAft>
                <a:spcPts val="0"/>
              </a:spcAft>
              <a:buSzPts val="1200"/>
              <a:buNone/>
            </a:pPr>
            <a:r>
              <a:rPr lang="ru-RU" sz="1200"/>
              <a:t>scripts/train_synthetic.py</a:t>
            </a:r>
            <a:endParaRPr/>
          </a:p>
          <a:p>
            <a:pPr indent="0" lvl="0" marL="0" rtl="0" algn="l">
              <a:spcBef>
                <a:spcPts val="0"/>
              </a:spcBef>
              <a:spcAft>
                <a:spcPts val="0"/>
              </a:spcAft>
              <a:buSzPts val="1200"/>
              <a:buNone/>
            </a:pPr>
            <a:r>
              <a:rPr lang="ru-RU" sz="1200"/>
              <a:t>src/deepofi/__init__.py</a:t>
            </a:r>
            <a:endParaRPr/>
          </a:p>
          <a:p>
            <a:pPr indent="0" lvl="0" marL="0" rtl="0" algn="l">
              <a:spcBef>
                <a:spcPts val="0"/>
              </a:spcBef>
              <a:spcAft>
                <a:spcPts val="0"/>
              </a:spcAft>
              <a:buSzPts val="1200"/>
              <a:buNone/>
            </a:pPr>
            <a:r>
              <a:rPr lang="ru-RU" sz="1200"/>
              <a:t>src/deepofi/cli.py</a:t>
            </a:r>
            <a:endParaRPr/>
          </a:p>
          <a:p>
            <a:pPr indent="0" lvl="0" marL="0" rtl="0" algn="l">
              <a:spcBef>
                <a:spcPts val="0"/>
              </a:spcBef>
              <a:spcAft>
                <a:spcPts val="0"/>
              </a:spcAft>
              <a:buSzPts val="1200"/>
              <a:buNone/>
            </a:pPr>
            <a:r>
              <a:rPr lang="ru-RU" sz="1200"/>
              <a:t>src/deepofi/config.py</a:t>
            </a:r>
            <a:endParaRPr/>
          </a:p>
          <a:p>
            <a:pPr indent="0" lvl="0" marL="0" rtl="0" algn="l">
              <a:spcBef>
                <a:spcPts val="0"/>
              </a:spcBef>
              <a:spcAft>
                <a:spcPts val="0"/>
              </a:spcAft>
              <a:buSzPts val="1200"/>
              <a:buNone/>
            </a:pPr>
            <a:r>
              <a:rPr lang="ru-RU" sz="1200"/>
              <a:t>src/deepofi/data_process/__init__.py</a:t>
            </a:r>
            <a:endParaRPr/>
          </a:p>
          <a:p>
            <a:pPr indent="0" lvl="0" marL="0" rtl="0" algn="l">
              <a:spcBef>
                <a:spcPts val="0"/>
              </a:spcBef>
              <a:spcAft>
                <a:spcPts val="0"/>
              </a:spcAft>
              <a:buSzPts val="1200"/>
              <a:buNone/>
            </a:pPr>
            <a:r>
              <a:rPr lang="ru-RU" sz="1200"/>
              <a:t>src/deepofi/data_process/book.py</a:t>
            </a:r>
            <a:endParaRPr/>
          </a:p>
          <a:p>
            <a:pPr indent="0" lvl="0" marL="0" rtl="0" algn="l">
              <a:spcBef>
                <a:spcPts val="0"/>
              </a:spcBef>
              <a:spcAft>
                <a:spcPts val="0"/>
              </a:spcAft>
              <a:buSzPts val="1200"/>
              <a:buNone/>
            </a:pPr>
            <a:r>
              <a:rPr lang="ru-RU" sz="1200"/>
              <a:t>src/deepofi/data_process/characteristics.py</a:t>
            </a:r>
            <a:endParaRPr/>
          </a:p>
          <a:p>
            <a:pPr indent="0" lvl="0" marL="0" rtl="0" algn="l">
              <a:spcBef>
                <a:spcPts val="0"/>
              </a:spcBef>
              <a:spcAft>
                <a:spcPts val="0"/>
              </a:spcAft>
              <a:buSzPts val="1200"/>
              <a:buNone/>
            </a:pPr>
            <a:r>
              <a:rPr lang="ru-RU" sz="1200"/>
              <a:t>src/deepofi/data_process/clean.py</a:t>
            </a:r>
            <a:endParaRPr/>
          </a:p>
          <a:p>
            <a:pPr indent="0" lvl="0" marL="0" rtl="0" algn="l">
              <a:spcBef>
                <a:spcPts val="0"/>
              </a:spcBef>
              <a:spcAft>
                <a:spcPts val="0"/>
              </a:spcAft>
              <a:buSzPts val="1200"/>
              <a:buNone/>
            </a:pPr>
            <a:r>
              <a:rPr lang="ru-RU" sz="1200"/>
              <a:t>src/deepofi/data_process/dataset.py</a:t>
            </a:r>
            <a:endParaRPr/>
          </a:p>
          <a:p>
            <a:pPr indent="0" lvl="0" marL="0" rtl="0" algn="l">
              <a:spcBef>
                <a:spcPts val="0"/>
              </a:spcBef>
              <a:spcAft>
                <a:spcPts val="0"/>
              </a:spcAft>
              <a:buSzPts val="1200"/>
              <a:buNone/>
            </a:pPr>
            <a:r>
              <a:rPr lang="ru-RU" sz="1200"/>
              <a:t>src/deepofi/data_process/features.py</a:t>
            </a:r>
            <a:endParaRPr/>
          </a:p>
          <a:p>
            <a:pPr indent="0" lvl="0" marL="0" rtl="0" algn="l">
              <a:spcBef>
                <a:spcPts val="0"/>
              </a:spcBef>
              <a:spcAft>
                <a:spcPts val="0"/>
              </a:spcAft>
              <a:buSzPts val="1200"/>
              <a:buNone/>
            </a:pPr>
            <a:r>
              <a:rPr lang="ru-RU" sz="1200"/>
              <a:t>src/deepofi/data_process/preprocessing.py</a:t>
            </a:r>
            <a:endParaRPr/>
          </a:p>
          <a:p>
            <a:pPr indent="0" lvl="0" marL="0" rtl="0" algn="l">
              <a:spcBef>
                <a:spcPts val="0"/>
              </a:spcBef>
              <a:spcAft>
                <a:spcPts val="0"/>
              </a:spcAft>
              <a:buSzPts val="1200"/>
              <a:buNone/>
            </a:pPr>
            <a:r>
              <a:rPr lang="ru-RU" sz="1200"/>
              <a:t>src/deepofi/data_process/splits.py</a:t>
            </a:r>
            <a:endParaRPr/>
          </a:p>
          <a:p>
            <a:pPr indent="0" lvl="0" marL="0" rtl="0" algn="l">
              <a:spcBef>
                <a:spcPts val="0"/>
              </a:spcBef>
              <a:spcAft>
                <a:spcPts val="0"/>
              </a:spcAft>
              <a:buSzPts val="1200"/>
              <a:buNone/>
            </a:pPr>
            <a:r>
              <a:rPr lang="ru-RU" sz="1200"/>
              <a:t>src/deepofi/data_process/synthetic.py</a:t>
            </a:r>
            <a:endParaRPr/>
          </a:p>
          <a:p>
            <a:pPr indent="0" lvl="0" marL="0" rtl="0" algn="l">
              <a:spcBef>
                <a:spcPts val="0"/>
              </a:spcBef>
              <a:spcAft>
                <a:spcPts val="0"/>
              </a:spcAft>
              <a:buSzPts val="1200"/>
              <a:buNone/>
            </a:pPr>
            <a:r>
              <a:rPr lang="ru-RU" sz="1200"/>
              <a:t>src/deepofi/data_process/targets.py</a:t>
            </a:r>
            <a:endParaRPr/>
          </a:p>
          <a:p>
            <a:pPr indent="0" lvl="0" marL="0" rtl="0" algn="l">
              <a:spcBef>
                <a:spcPts val="0"/>
              </a:spcBef>
              <a:spcAft>
                <a:spcPts val="0"/>
              </a:spcAft>
              <a:buSzPts val="1200"/>
              <a:buNone/>
            </a:pPr>
            <a:r>
              <a:rPr lang="ru-RU" sz="1200"/>
              <a:t>src/deepofi/data_process/universe.py</a:t>
            </a:r>
            <a:endParaRPr/>
          </a:p>
          <a:p>
            <a:pPr indent="0" lvl="0" marL="0" rtl="0" algn="l">
              <a:spcBef>
                <a:spcPts val="0"/>
              </a:spcBef>
              <a:spcAft>
                <a:spcPts val="0"/>
              </a:spcAft>
              <a:buSzPts val="1200"/>
              <a:buNone/>
            </a:pPr>
            <a:r>
              <a:rPr lang="ru-RU" sz="1200"/>
              <a:t>src/deepofi/data_process/windows.py</a:t>
            </a:r>
            <a:endParaRPr/>
          </a:p>
          <a:p>
            <a:pPr indent="0" lvl="0" marL="0" rtl="0" algn="l">
              <a:spcBef>
                <a:spcPts val="0"/>
              </a:spcBef>
              <a:spcAft>
                <a:spcPts val="0"/>
              </a:spcAft>
              <a:buSzPts val="1200"/>
              <a:buNone/>
            </a:pPr>
            <a:r>
              <a:rPr lang="ru-RU" sz="1200"/>
              <a:t>src/deepofi/engine.py</a:t>
            </a:r>
            <a:endParaRPr/>
          </a:p>
          <a:p>
            <a:pPr indent="0" lvl="0" marL="0" rtl="0" algn="l">
              <a:spcBef>
                <a:spcPts val="0"/>
              </a:spcBef>
              <a:spcAft>
                <a:spcPts val="0"/>
              </a:spcAft>
              <a:buSzPts val="1200"/>
              <a:buNone/>
            </a:pPr>
            <a:r>
              <a:rPr lang="ru-RU" sz="1200"/>
              <a:t>src/deepofi/evaluation/__init__.py</a:t>
            </a:r>
            <a:endParaRPr/>
          </a:p>
          <a:p>
            <a:pPr indent="0" lvl="0" marL="0" rtl="0" algn="l">
              <a:spcBef>
                <a:spcPts val="0"/>
              </a:spcBef>
              <a:spcAft>
                <a:spcPts val="0"/>
              </a:spcAft>
              <a:buSzPts val="1200"/>
              <a:buNone/>
            </a:pPr>
            <a:r>
              <a:rPr lang="ru-RU" sz="1200"/>
              <a:t>src/deepofi/evaluation/comparison.py</a:t>
            </a:r>
            <a:endParaRPr/>
          </a:p>
          <a:p>
            <a:pPr indent="0" lvl="0" marL="0" rtl="0" algn="l">
              <a:spcBef>
                <a:spcPts val="0"/>
              </a:spcBef>
              <a:spcAft>
                <a:spcPts val="0"/>
              </a:spcAft>
              <a:buSzPts val="1200"/>
              <a:buNone/>
            </a:pPr>
            <a:r>
              <a:rPr lang="ru-RU" sz="1200"/>
              <a:t>src/deepofi/evaluation/metrics.py</a:t>
            </a:r>
            <a:endParaRPr/>
          </a:p>
          <a:p>
            <a:pPr indent="0" lvl="0" marL="0" rtl="0" algn="l">
              <a:spcBef>
                <a:spcPts val="0"/>
              </a:spcBef>
              <a:spcAft>
                <a:spcPts val="0"/>
              </a:spcAft>
              <a:buSzPts val="1200"/>
              <a:buNone/>
            </a:pPr>
            <a:r>
              <a:rPr lang="ru-RU" sz="1200"/>
              <a:t>src/deepofi/iex/__init__.py</a:t>
            </a:r>
            <a:endParaRPr/>
          </a:p>
          <a:p>
            <a:pPr indent="0" lvl="0" marL="0" rtl="0" algn="l">
              <a:spcBef>
                <a:spcPts val="0"/>
              </a:spcBef>
              <a:spcAft>
                <a:spcPts val="0"/>
              </a:spcAft>
              <a:buSzPts val="1200"/>
              <a:buNone/>
            </a:pPr>
            <a:r>
              <a:rPr lang="ru-RU" sz="1200"/>
              <a:t>src/deepofi/iex/deep.py</a:t>
            </a:r>
            <a:endParaRPr/>
          </a:p>
          <a:p>
            <a:pPr indent="0" lvl="0" marL="0" rtl="0" algn="l">
              <a:spcBef>
                <a:spcPts val="0"/>
              </a:spcBef>
              <a:spcAft>
                <a:spcPts val="0"/>
              </a:spcAft>
              <a:buSzPts val="1200"/>
              <a:buNone/>
            </a:pPr>
            <a:r>
              <a:rPr lang="ru-RU" sz="1200"/>
              <a:t>src/deepofi/iex/hist.py</a:t>
            </a:r>
            <a:endParaRPr/>
          </a:p>
          <a:p>
            <a:pPr indent="0" lvl="0" marL="0" rtl="0" algn="l">
              <a:spcBef>
                <a:spcPts val="0"/>
              </a:spcBef>
              <a:spcAft>
                <a:spcPts val="0"/>
              </a:spcAft>
              <a:buSzPts val="1200"/>
              <a:buNone/>
            </a:pPr>
            <a:r>
              <a:rPr lang="ru-RU" sz="1200"/>
              <a:t>src/deepofi/models/__init__.py</a:t>
            </a:r>
            <a:endParaRPr/>
          </a:p>
          <a:p>
            <a:pPr indent="0" lvl="0" marL="0" rtl="0" algn="l">
              <a:spcBef>
                <a:spcPts val="0"/>
              </a:spcBef>
              <a:spcAft>
                <a:spcPts val="0"/>
              </a:spcAft>
              <a:buSzPts val="1200"/>
              <a:buNone/>
            </a:pPr>
            <a:r>
              <a:rPr lang="ru-RU" sz="1200"/>
              <a:t>src/deepofi/models/arx.py</a:t>
            </a:r>
            <a:endParaRPr/>
          </a:p>
          <a:p>
            <a:pPr indent="0" lvl="0" marL="0" rtl="0" algn="l">
              <a:spcBef>
                <a:spcPts val="0"/>
              </a:spcBef>
              <a:spcAft>
                <a:spcPts val="0"/>
              </a:spcAft>
              <a:buSzPts val="1200"/>
              <a:buNone/>
            </a:pPr>
            <a:r>
              <a:rPr lang="ru-RU" sz="1200"/>
              <a:t>src/deepofi/models/cnn_lstm.py</a:t>
            </a:r>
            <a:endParaRPr/>
          </a:p>
          <a:p>
            <a:pPr indent="0" lvl="0" marL="0" rtl="0" algn="l">
              <a:spcBef>
                <a:spcPts val="0"/>
              </a:spcBef>
              <a:spcAft>
                <a:spcPts val="0"/>
              </a:spcAft>
              <a:buSzPts val="1200"/>
              <a:buNone/>
            </a:pPr>
            <a:r>
              <a:rPr lang="ru-RU" sz="1200"/>
              <a:t>src/deepofi/models/lstm.py</a:t>
            </a:r>
            <a:endParaRPr/>
          </a:p>
          <a:p>
            <a:pPr indent="0" lvl="0" marL="0" rtl="0" algn="l">
              <a:spcBef>
                <a:spcPts val="0"/>
              </a:spcBef>
              <a:spcAft>
                <a:spcPts val="0"/>
              </a:spcAft>
              <a:buSzPts val="1200"/>
              <a:buNone/>
            </a:pPr>
            <a:r>
              <a:rPr lang="ru-RU" sz="1200"/>
              <a:t>src/deepofi/models/lstm3.py</a:t>
            </a:r>
            <a:endParaRPr/>
          </a:p>
          <a:p>
            <a:pPr indent="0" lvl="0" marL="0" rtl="0" algn="l">
              <a:spcBef>
                <a:spcPts val="0"/>
              </a:spcBef>
              <a:spcAft>
                <a:spcPts val="0"/>
              </a:spcAft>
              <a:buSzPts val="1200"/>
              <a:buNone/>
            </a:pPr>
            <a:r>
              <a:rPr lang="ru-RU" sz="1200"/>
              <a:t>src/deepofi/models/lstm_mlp.py</a:t>
            </a:r>
            <a:endParaRPr/>
          </a:p>
          <a:p>
            <a:pPr indent="0" lvl="0" marL="0" rtl="0" algn="l">
              <a:spcBef>
                <a:spcPts val="0"/>
              </a:spcBef>
              <a:spcAft>
                <a:spcPts val="0"/>
              </a:spcAft>
              <a:buSzPts val="1200"/>
              <a:buNone/>
            </a:pPr>
            <a:r>
              <a:rPr lang="ru-RU" sz="1200"/>
              <a:t>src/deepofi/models/mlp.py</a:t>
            </a:r>
            <a:endParaRPr/>
          </a:p>
          <a:p>
            <a:pPr indent="0" lvl="0" marL="0" rtl="0" algn="l">
              <a:spcBef>
                <a:spcPts val="0"/>
              </a:spcBef>
              <a:spcAft>
                <a:spcPts val="0"/>
              </a:spcAft>
              <a:buSzPts val="1200"/>
              <a:buNone/>
            </a:pPr>
            <a:r>
              <a:rPr lang="ru-RU" sz="1200"/>
              <a:t>tests/test_arx.py</a:t>
            </a:r>
            <a:endParaRPr/>
          </a:p>
          <a:p>
            <a:pPr indent="0" lvl="0" marL="0" rtl="0" algn="l">
              <a:spcBef>
                <a:spcPts val="0"/>
              </a:spcBef>
              <a:spcAft>
                <a:spcPts val="0"/>
              </a:spcAft>
              <a:buSzPts val="1200"/>
              <a:buNone/>
            </a:pPr>
            <a:r>
              <a:rPr lang="ru-RU" sz="1200"/>
              <a:t>tests/test_book.py</a:t>
            </a:r>
            <a:endParaRPr/>
          </a:p>
          <a:p>
            <a:pPr indent="0" lvl="0" marL="0" rtl="0" algn="l">
              <a:spcBef>
                <a:spcPts val="0"/>
              </a:spcBef>
              <a:spcAft>
                <a:spcPts val="0"/>
              </a:spcAft>
              <a:buSzPts val="1200"/>
              <a:buNone/>
            </a:pPr>
            <a:r>
              <a:rPr lang="ru-RU" sz="1200"/>
              <a:t>tests/test_cnn_lstm.py</a:t>
            </a:r>
            <a:endParaRPr/>
          </a:p>
          <a:p>
            <a:pPr indent="0" lvl="0" marL="0" rtl="0" algn="l">
              <a:spcBef>
                <a:spcPts val="0"/>
              </a:spcBef>
              <a:spcAft>
                <a:spcPts val="0"/>
              </a:spcAft>
              <a:buSzPts val="1200"/>
              <a:buNone/>
            </a:pPr>
            <a:r>
              <a:rPr lang="ru-RU" sz="1200"/>
              <a:t>tests/test_dataset.py</a:t>
            </a:r>
            <a:endParaRPr/>
          </a:p>
          <a:p>
            <a:pPr indent="0" lvl="0" marL="0" rtl="0" algn="l">
              <a:spcBef>
                <a:spcPts val="0"/>
              </a:spcBef>
              <a:spcAft>
                <a:spcPts val="0"/>
              </a:spcAft>
              <a:buSzPts val="1200"/>
              <a:buNone/>
            </a:pPr>
            <a:r>
              <a:rPr lang="ru-RU" sz="1200"/>
              <a:t>tests/test_environment.py</a:t>
            </a:r>
            <a:endParaRPr/>
          </a:p>
          <a:p>
            <a:pPr indent="0" lvl="0" marL="0" rtl="0" algn="l">
              <a:spcBef>
                <a:spcPts val="0"/>
              </a:spcBef>
              <a:spcAft>
                <a:spcPts val="0"/>
              </a:spcAft>
              <a:buSzPts val="1200"/>
              <a:buNone/>
            </a:pPr>
            <a:r>
              <a:rPr lang="ru-RU" sz="1200"/>
              <a:t>tests/test_hist.py</a:t>
            </a:r>
            <a:endParaRPr/>
          </a:p>
          <a:p>
            <a:pPr indent="0" lvl="0" marL="0" rtl="0" algn="l">
              <a:spcBef>
                <a:spcPts val="0"/>
              </a:spcBef>
              <a:spcAft>
                <a:spcPts val="0"/>
              </a:spcAft>
              <a:buSzPts val="1200"/>
              <a:buNone/>
            </a:pPr>
            <a:r>
              <a:rPr lang="ru-RU" sz="1200"/>
              <a:t>tests/test_metrics.py</a:t>
            </a:r>
            <a:endParaRPr/>
          </a:p>
          <a:p>
            <a:pPr indent="0" lvl="0" marL="0" rtl="0" algn="l">
              <a:spcBef>
                <a:spcPts val="0"/>
              </a:spcBef>
              <a:spcAft>
                <a:spcPts val="0"/>
              </a:spcAft>
              <a:buSzPts val="1200"/>
              <a:buNone/>
            </a:pPr>
            <a:r>
              <a:rPr lang="ru-RU" sz="1200"/>
              <a:t>tests/test_models.py</a:t>
            </a:r>
            <a:endParaRPr/>
          </a:p>
          <a:p>
            <a:pPr indent="0" lvl="0" marL="0" rtl="0" algn="l">
              <a:spcBef>
                <a:spcPts val="0"/>
              </a:spcBef>
              <a:spcAft>
                <a:spcPts val="0"/>
              </a:spcAft>
              <a:buSzPts val="1200"/>
              <a:buNone/>
            </a:pPr>
            <a:r>
              <a:rPr lang="ru-RU" sz="1200"/>
              <a:t>tests/test_of.py</a:t>
            </a:r>
            <a:endParaRPr/>
          </a:p>
          <a:p>
            <a:pPr indent="0" lvl="0" marL="0" rtl="0" algn="l">
              <a:spcBef>
                <a:spcPts val="0"/>
              </a:spcBef>
              <a:spcAft>
                <a:spcPts val="0"/>
              </a:spcAft>
              <a:buSzPts val="1200"/>
              <a:buNone/>
            </a:pPr>
            <a:r>
              <a:rPr lang="ru-RU" sz="1200"/>
              <a:t>tests/test_paper_models.py</a:t>
            </a:r>
            <a:endParaRPr/>
          </a:p>
          <a:p>
            <a:pPr indent="0" lvl="0" marL="0" rtl="0" algn="l">
              <a:spcBef>
                <a:spcPts val="0"/>
              </a:spcBef>
              <a:spcAft>
                <a:spcPts val="0"/>
              </a:spcAft>
              <a:buSzPts val="1200"/>
              <a:buNone/>
            </a:pPr>
            <a:r>
              <a:rPr lang="ru-RU" sz="1200"/>
              <a:t>tests/test_parser.py</a:t>
            </a:r>
            <a:endParaRPr/>
          </a:p>
          <a:p>
            <a:pPr indent="0" lvl="0" marL="0" rtl="0" algn="l">
              <a:spcBef>
                <a:spcPts val="0"/>
              </a:spcBef>
              <a:spcAft>
                <a:spcPts val="0"/>
              </a:spcAft>
              <a:buSzPts val="1200"/>
              <a:buNone/>
            </a:pPr>
            <a:r>
              <a:rPr lang="ru-RU" sz="1200"/>
              <a:t>tests/test_targets.py</a:t>
            </a:r>
            <a:endParaRPr/>
          </a:p>
          <a:p>
            <a:pPr indent="0" lvl="0" marL="0" rtl="0" algn="l">
              <a:spcBef>
                <a:spcPts val="0"/>
              </a:spcBef>
              <a:spcAft>
                <a:spcPts val="0"/>
              </a:spcAft>
              <a:buSzPts val="1200"/>
              <a:buNone/>
            </a:pPr>
            <a:r>
              <a:rPr lang="ru-RU" sz="1200"/>
              <a:t>tests/test_universe.py</a:t>
            </a:r>
            <a:endParaRPr/>
          </a:p>
          <a:p>
            <a:pPr indent="0" lvl="0" marL="0" rtl="0" algn="l">
              <a:spcBef>
                <a:spcPts val="0"/>
              </a:spcBef>
              <a:spcAft>
                <a:spcPts val="0"/>
              </a:spcAft>
              <a:buSzPts val="1200"/>
              <a:buNone/>
            </a:pPr>
            <a:r>
              <a:rPr lang="ru-RU" sz="1200"/>
              <a:t>tests/test_windows.py</a:t>
            </a:r>
            <a:endParaRPr/>
          </a:p>
          <a:p>
            <a:pPr indent="0" lvl="0" marL="0" rtl="0" algn="l">
              <a:spcBef>
                <a:spcPts val="0"/>
              </a:spcBef>
              <a:spcAft>
                <a:spcPts val="0"/>
              </a:spcAft>
              <a:buSzPts val="1200"/>
              <a:buNone/>
            </a:pPr>
            <a:r>
              <a:rPr lang="ru-RU" sz="1200"/>
              <a:t>weights/.gitkeep</a:t>
            </a:r>
            <a:endParaRPr/>
          </a:p>
          <a:p>
            <a:pPr indent="0" lvl="0" marL="0" rtl="0" algn="l">
              <a:spcBef>
                <a:spcPts val="0"/>
              </a:spcBef>
              <a:spcAft>
                <a:spcPts val="0"/>
              </a:spcAft>
              <a:buSzPts val="1200"/>
              <a:buNone/>
            </a:pPr>
            <a:r>
              <a:rPr lang="ru-RU" sz="1200"/>
              <a:t>weights/arx/of/BAC/window_01.pt</a:t>
            </a:r>
            <a:endParaRPr/>
          </a:p>
          <a:p>
            <a:pPr indent="0" lvl="0" marL="0" rtl="0" algn="l">
              <a:spcBef>
                <a:spcPts val="0"/>
              </a:spcBef>
              <a:spcAft>
                <a:spcPts val="0"/>
              </a:spcAft>
              <a:buSzPts val="1200"/>
              <a:buNone/>
            </a:pPr>
            <a:r>
              <a:rPr lang="ru-RU" sz="1200"/>
              <a:t>weights/arx/of/BAC/window_02.pt</a:t>
            </a:r>
            <a:endParaRPr/>
          </a:p>
          <a:p>
            <a:pPr indent="0" lvl="0" marL="0" rtl="0" algn="l">
              <a:spcBef>
                <a:spcPts val="0"/>
              </a:spcBef>
              <a:spcAft>
                <a:spcPts val="0"/>
              </a:spcAft>
              <a:buSzPts val="1200"/>
              <a:buNone/>
            </a:pPr>
            <a:r>
              <a:rPr lang="ru-RU" sz="1200"/>
              <a:t>weights/arx/of/BAC/window_03.pt</a:t>
            </a:r>
            <a:endParaRPr/>
          </a:p>
          <a:p>
            <a:pPr indent="0" lvl="0" marL="0" rtl="0" algn="l">
              <a:spcBef>
                <a:spcPts val="0"/>
              </a:spcBef>
              <a:spcAft>
                <a:spcPts val="0"/>
              </a:spcAft>
              <a:buSzPts val="1200"/>
              <a:buNone/>
            </a:pPr>
            <a:r>
              <a:rPr lang="ru-RU" sz="1200"/>
              <a:t>weights/arx/of/BSX/window_01.pt</a:t>
            </a:r>
            <a:endParaRPr/>
          </a:p>
          <a:p>
            <a:pPr indent="0" lvl="0" marL="0" rtl="0" algn="l">
              <a:spcBef>
                <a:spcPts val="0"/>
              </a:spcBef>
              <a:spcAft>
                <a:spcPts val="0"/>
              </a:spcAft>
              <a:buSzPts val="1200"/>
              <a:buNone/>
            </a:pPr>
            <a:r>
              <a:rPr lang="ru-RU" sz="1200"/>
              <a:t>weights/arx/of/BSX/window_02.pt</a:t>
            </a:r>
            <a:endParaRPr/>
          </a:p>
          <a:p>
            <a:pPr indent="0" lvl="0" marL="0" rtl="0" algn="l">
              <a:spcBef>
                <a:spcPts val="0"/>
              </a:spcBef>
              <a:spcAft>
                <a:spcPts val="0"/>
              </a:spcAft>
              <a:buSzPts val="1200"/>
              <a:buNone/>
            </a:pPr>
            <a:r>
              <a:rPr lang="ru-RU" sz="1200"/>
              <a:t>weights/arx/of/BSX/window_03.pt</a:t>
            </a:r>
            <a:endParaRPr/>
          </a:p>
          <a:p>
            <a:pPr indent="0" lvl="0" marL="0" rtl="0" algn="l">
              <a:spcBef>
                <a:spcPts val="0"/>
              </a:spcBef>
              <a:spcAft>
                <a:spcPts val="0"/>
              </a:spcAft>
              <a:buSzPts val="1200"/>
              <a:buNone/>
            </a:pPr>
            <a:r>
              <a:rPr lang="ru-RU" sz="1200"/>
              <a:t>weights/arx/of/CTSH/window_01.pt</a:t>
            </a:r>
            <a:endParaRPr/>
          </a:p>
          <a:p>
            <a:pPr indent="0" lvl="0" marL="0" rtl="0" algn="l">
              <a:spcBef>
                <a:spcPts val="0"/>
              </a:spcBef>
              <a:spcAft>
                <a:spcPts val="0"/>
              </a:spcAft>
              <a:buSzPts val="1200"/>
              <a:buNone/>
            </a:pPr>
            <a:r>
              <a:rPr lang="ru-RU" sz="1200"/>
              <a:t>weights/arx/of/CTSH/window_02.pt</a:t>
            </a:r>
            <a:endParaRPr/>
          </a:p>
          <a:p>
            <a:pPr indent="0" lvl="0" marL="0" rtl="0" algn="l">
              <a:spcBef>
                <a:spcPts val="0"/>
              </a:spcBef>
              <a:spcAft>
                <a:spcPts val="0"/>
              </a:spcAft>
              <a:buSzPts val="1200"/>
              <a:buNone/>
            </a:pPr>
            <a:r>
              <a:rPr lang="ru-RU" sz="1200"/>
              <a:t>weights/arx/of/CTSH/window_03.pt</a:t>
            </a:r>
            <a:endParaRPr/>
          </a:p>
          <a:p>
            <a:pPr indent="0" lvl="0" marL="0" rtl="0" algn="l">
              <a:spcBef>
                <a:spcPts val="0"/>
              </a:spcBef>
              <a:spcAft>
                <a:spcPts val="0"/>
              </a:spcAft>
              <a:buSzPts val="1200"/>
              <a:buNone/>
            </a:pPr>
            <a:r>
              <a:rPr lang="ru-RU" sz="1200"/>
              <a:t>weights/arx/of/DIS/window_01.pt</a:t>
            </a:r>
            <a:endParaRPr/>
          </a:p>
          <a:p>
            <a:pPr indent="0" lvl="0" marL="0" rtl="0" algn="l">
              <a:spcBef>
                <a:spcPts val="0"/>
              </a:spcBef>
              <a:spcAft>
                <a:spcPts val="0"/>
              </a:spcAft>
              <a:buSzPts val="1200"/>
              <a:buNone/>
            </a:pPr>
            <a:r>
              <a:rPr lang="ru-RU" sz="1200"/>
              <a:t>weights/arx/of/DIS/window_02.pt</a:t>
            </a:r>
            <a:endParaRPr/>
          </a:p>
          <a:p>
            <a:pPr indent="0" lvl="0" marL="0" rtl="0" algn="l">
              <a:spcBef>
                <a:spcPts val="0"/>
              </a:spcBef>
              <a:spcAft>
                <a:spcPts val="0"/>
              </a:spcAft>
              <a:buSzPts val="1200"/>
              <a:buNone/>
            </a:pPr>
            <a:r>
              <a:rPr lang="ru-RU" sz="1200"/>
              <a:t>weights/arx/of/DIS/window_03.pt</a:t>
            </a:r>
            <a:endParaRPr/>
          </a:p>
          <a:p>
            <a:pPr indent="0" lvl="0" marL="0" rtl="0" algn="l">
              <a:spcBef>
                <a:spcPts val="0"/>
              </a:spcBef>
              <a:spcAft>
                <a:spcPts val="0"/>
              </a:spcAft>
              <a:buSzPts val="1200"/>
              <a:buNone/>
            </a:pPr>
            <a:r>
              <a:rPr lang="ru-RU" sz="1200"/>
              <a:t>weights/arx/of/MO/window_01.pt</a:t>
            </a:r>
            <a:endParaRPr/>
          </a:p>
          <a:p>
            <a:pPr indent="0" lvl="0" marL="0" rtl="0" algn="l">
              <a:spcBef>
                <a:spcPts val="0"/>
              </a:spcBef>
              <a:spcAft>
                <a:spcPts val="0"/>
              </a:spcAft>
              <a:buSzPts val="1200"/>
              <a:buNone/>
            </a:pPr>
            <a:r>
              <a:rPr lang="ru-RU" sz="1200"/>
              <a:t>weights/arx/of/MO/window_02.pt</a:t>
            </a:r>
            <a:endParaRPr/>
          </a:p>
          <a:p>
            <a:pPr indent="0" lvl="0" marL="0" rtl="0" algn="l">
              <a:spcBef>
                <a:spcPts val="0"/>
              </a:spcBef>
              <a:spcAft>
                <a:spcPts val="0"/>
              </a:spcAft>
              <a:buSzPts val="1200"/>
              <a:buNone/>
            </a:pPr>
            <a:r>
              <a:rPr lang="ru-RU" sz="1200"/>
              <a:t>weights/arx/of/MO/window_03.pt</a:t>
            </a:r>
            <a:endParaRPr/>
          </a:p>
          <a:p>
            <a:pPr indent="0" lvl="0" marL="0" rtl="0" algn="l">
              <a:spcBef>
                <a:spcPts val="0"/>
              </a:spcBef>
              <a:spcAft>
                <a:spcPts val="0"/>
              </a:spcAft>
              <a:buSzPts val="1200"/>
              <a:buNone/>
            </a:pPr>
            <a:r>
              <a:rPr lang="ru-RU" sz="1200"/>
              <a:t>weights/arx/of/NEE/window_01.pt</a:t>
            </a:r>
            <a:endParaRPr/>
          </a:p>
          <a:p>
            <a:pPr indent="0" lvl="0" marL="0" rtl="0" algn="l">
              <a:spcBef>
                <a:spcPts val="0"/>
              </a:spcBef>
              <a:spcAft>
                <a:spcPts val="0"/>
              </a:spcAft>
              <a:buSzPts val="1200"/>
              <a:buNone/>
            </a:pPr>
            <a:r>
              <a:rPr lang="ru-RU" sz="1200"/>
              <a:t>weights/arx/of/NEE/window_02.pt</a:t>
            </a:r>
            <a:endParaRPr/>
          </a:p>
          <a:p>
            <a:pPr indent="0" lvl="0" marL="0" rtl="0" algn="l">
              <a:spcBef>
                <a:spcPts val="0"/>
              </a:spcBef>
              <a:spcAft>
                <a:spcPts val="0"/>
              </a:spcAft>
              <a:buSzPts val="1200"/>
              <a:buNone/>
            </a:pPr>
            <a:r>
              <a:rPr lang="ru-RU" sz="1200"/>
              <a:t>weights/arx/of/NEE/window_03.pt</a:t>
            </a:r>
            <a:endParaRPr/>
          </a:p>
          <a:p>
            <a:pPr indent="0" lvl="0" marL="0" rtl="0" algn="l">
              <a:spcBef>
                <a:spcPts val="0"/>
              </a:spcBef>
              <a:spcAft>
                <a:spcPts val="0"/>
              </a:spcAft>
              <a:buSzPts val="1200"/>
              <a:buNone/>
            </a:pPr>
            <a:r>
              <a:rPr lang="ru-RU" sz="1200"/>
              <a:t>weights/arx/of/NKE/window_01.pt</a:t>
            </a:r>
            <a:endParaRPr/>
          </a:p>
          <a:p>
            <a:pPr indent="0" lvl="0" marL="0" rtl="0" algn="l">
              <a:spcBef>
                <a:spcPts val="0"/>
              </a:spcBef>
              <a:spcAft>
                <a:spcPts val="0"/>
              </a:spcAft>
              <a:buSzPts val="1200"/>
              <a:buNone/>
            </a:pPr>
            <a:r>
              <a:rPr lang="ru-RU" sz="1200"/>
              <a:t>weights/arx/of/NKE/window_02.pt</a:t>
            </a:r>
            <a:endParaRPr/>
          </a:p>
          <a:p>
            <a:pPr indent="0" lvl="0" marL="0" rtl="0" algn="l">
              <a:spcBef>
                <a:spcPts val="0"/>
              </a:spcBef>
              <a:spcAft>
                <a:spcPts val="0"/>
              </a:spcAft>
              <a:buSzPts val="1200"/>
              <a:buNone/>
            </a:pPr>
            <a:r>
              <a:rPr lang="ru-RU" sz="1200"/>
              <a:t>weights/arx/of/NKE/window_03.pt</a:t>
            </a:r>
            <a:endParaRPr/>
          </a:p>
          <a:p>
            <a:pPr indent="0" lvl="0" marL="0" rtl="0" algn="l">
              <a:spcBef>
                <a:spcPts val="0"/>
              </a:spcBef>
              <a:spcAft>
                <a:spcPts val="0"/>
              </a:spcAft>
              <a:buSzPts val="1200"/>
              <a:buNone/>
            </a:pPr>
            <a:r>
              <a:rPr lang="ru-RU" sz="1200"/>
              <a:t>weights/arx/of/OXY/window_01.pt</a:t>
            </a:r>
            <a:endParaRPr/>
          </a:p>
          <a:p>
            <a:pPr indent="0" lvl="0" marL="0" rtl="0" algn="l">
              <a:spcBef>
                <a:spcPts val="0"/>
              </a:spcBef>
              <a:spcAft>
                <a:spcPts val="0"/>
              </a:spcAft>
              <a:buSzPts val="1200"/>
              <a:buNone/>
            </a:pPr>
            <a:r>
              <a:rPr lang="ru-RU" sz="1200"/>
              <a:t>weights/arx/of/OXY/window_02.pt</a:t>
            </a:r>
            <a:endParaRPr/>
          </a:p>
          <a:p>
            <a:pPr indent="0" lvl="0" marL="0" rtl="0" algn="l">
              <a:spcBef>
                <a:spcPts val="0"/>
              </a:spcBef>
              <a:spcAft>
                <a:spcPts val="0"/>
              </a:spcAft>
              <a:buSzPts val="1200"/>
              <a:buNone/>
            </a:pPr>
            <a:r>
              <a:rPr lang="ru-RU" sz="1200"/>
              <a:t>weights/arx/of/OXY/window_03.pt</a:t>
            </a:r>
            <a:endParaRPr/>
          </a:p>
          <a:p>
            <a:pPr indent="0" lvl="0" marL="0" rtl="0" algn="l">
              <a:spcBef>
                <a:spcPts val="0"/>
              </a:spcBef>
              <a:spcAft>
                <a:spcPts val="0"/>
              </a:spcAft>
              <a:buSzPts val="1200"/>
              <a:buNone/>
            </a:pPr>
            <a:r>
              <a:rPr lang="ru-RU" sz="1200"/>
              <a:t>weights/arx/of/UBER/window_01.pt</a:t>
            </a:r>
            <a:endParaRPr/>
          </a:p>
          <a:p>
            <a:pPr indent="0" lvl="0" marL="0" rtl="0" algn="l">
              <a:spcBef>
                <a:spcPts val="0"/>
              </a:spcBef>
              <a:spcAft>
                <a:spcPts val="0"/>
              </a:spcAft>
              <a:buSzPts val="1200"/>
              <a:buNone/>
            </a:pPr>
            <a:r>
              <a:rPr lang="ru-RU" sz="1200"/>
              <a:t>weights/arx/of/UBER/window_02.pt</a:t>
            </a:r>
            <a:endParaRPr/>
          </a:p>
          <a:p>
            <a:pPr indent="0" lvl="0" marL="0" rtl="0" algn="l">
              <a:spcBef>
                <a:spcPts val="0"/>
              </a:spcBef>
              <a:spcAft>
                <a:spcPts val="0"/>
              </a:spcAft>
              <a:buSzPts val="1200"/>
              <a:buNone/>
            </a:pPr>
            <a:r>
              <a:rPr lang="ru-RU" sz="1200"/>
              <a:t>weights/arx/of/UBER/window_03.pt</a:t>
            </a:r>
            <a:endParaRPr/>
          </a:p>
          <a:p>
            <a:pPr indent="0" lvl="0" marL="0" rtl="0" algn="l">
              <a:spcBef>
                <a:spcPts val="0"/>
              </a:spcBef>
              <a:spcAft>
                <a:spcPts val="0"/>
              </a:spcAft>
              <a:buSzPts val="1200"/>
              <a:buNone/>
            </a:pPr>
            <a:r>
              <a:rPr lang="ru-RU" sz="1200"/>
              <a:t>weights/arx/of/USB/window_01.pt</a:t>
            </a:r>
            <a:endParaRPr/>
          </a:p>
          <a:p>
            <a:pPr indent="0" lvl="0" marL="0" rtl="0" algn="l">
              <a:spcBef>
                <a:spcPts val="0"/>
              </a:spcBef>
              <a:spcAft>
                <a:spcPts val="0"/>
              </a:spcAft>
              <a:buSzPts val="1200"/>
              <a:buNone/>
            </a:pPr>
            <a:r>
              <a:rPr lang="ru-RU" sz="1200"/>
              <a:t>weights/arx/of/USB/window_02.pt</a:t>
            </a:r>
            <a:endParaRPr/>
          </a:p>
          <a:p>
            <a:pPr indent="0" lvl="0" marL="0" rtl="0" algn="l">
              <a:spcBef>
                <a:spcPts val="0"/>
              </a:spcBef>
              <a:spcAft>
                <a:spcPts val="0"/>
              </a:spcAft>
              <a:buSzPts val="1200"/>
              <a:buNone/>
            </a:pPr>
            <a:r>
              <a:rPr lang="ru-RU" sz="1200"/>
              <a:t>weights/arx/of/USB/window_03.pt</a:t>
            </a:r>
            <a:endParaRPr/>
          </a:p>
          <a:p>
            <a:pPr indent="0" lvl="0" marL="0" rtl="0" algn="l">
              <a:spcBef>
                <a:spcPts val="0"/>
              </a:spcBef>
              <a:spcAft>
                <a:spcPts val="0"/>
              </a:spcAft>
              <a:buSzPts val="1200"/>
              <a:buNone/>
            </a:pPr>
            <a:r>
              <a:rPr lang="ru-RU" sz="1200"/>
              <a:t>weights/arx/of/VZ/window_01.pt</a:t>
            </a:r>
            <a:endParaRPr/>
          </a:p>
          <a:p>
            <a:pPr indent="0" lvl="0" marL="0" rtl="0" algn="l">
              <a:spcBef>
                <a:spcPts val="0"/>
              </a:spcBef>
              <a:spcAft>
                <a:spcPts val="0"/>
              </a:spcAft>
              <a:buSzPts val="1200"/>
              <a:buNone/>
            </a:pPr>
            <a:r>
              <a:rPr lang="ru-RU" sz="1200"/>
              <a:t>weights/arx/of/VZ/window_02.pt</a:t>
            </a:r>
            <a:endParaRPr/>
          </a:p>
          <a:p>
            <a:pPr indent="0" lvl="0" marL="0" rtl="0" algn="l">
              <a:spcBef>
                <a:spcPts val="0"/>
              </a:spcBef>
              <a:spcAft>
                <a:spcPts val="0"/>
              </a:spcAft>
              <a:buSzPts val="1200"/>
              <a:buNone/>
            </a:pPr>
            <a:r>
              <a:rPr lang="ru-RU" sz="1200"/>
              <a:t>weights/arx/of/VZ/window_03.pt</a:t>
            </a:r>
            <a:endParaRPr/>
          </a:p>
          <a:p>
            <a:pPr indent="0" lvl="0" marL="0" rtl="0" algn="l">
              <a:spcBef>
                <a:spcPts val="0"/>
              </a:spcBef>
              <a:spcAft>
                <a:spcPts val="0"/>
              </a:spcAft>
              <a:buSzPts val="1200"/>
              <a:buNone/>
            </a:pPr>
            <a:r>
              <a:rPr lang="ru-RU" sz="1200"/>
              <a:t>weights/arx/ofi/BAC/window_01.pt</a:t>
            </a:r>
            <a:endParaRPr/>
          </a:p>
          <a:p>
            <a:pPr indent="0" lvl="0" marL="0" rtl="0" algn="l">
              <a:spcBef>
                <a:spcPts val="0"/>
              </a:spcBef>
              <a:spcAft>
                <a:spcPts val="0"/>
              </a:spcAft>
              <a:buSzPts val="1200"/>
              <a:buNone/>
            </a:pPr>
            <a:r>
              <a:rPr lang="ru-RU" sz="1200"/>
              <a:t>weights/arx/ofi/BAC/window_02.pt</a:t>
            </a:r>
            <a:endParaRPr/>
          </a:p>
          <a:p>
            <a:pPr indent="0" lvl="0" marL="0" rtl="0" algn="l">
              <a:spcBef>
                <a:spcPts val="0"/>
              </a:spcBef>
              <a:spcAft>
                <a:spcPts val="0"/>
              </a:spcAft>
              <a:buSzPts val="1200"/>
              <a:buNone/>
            </a:pPr>
            <a:r>
              <a:rPr lang="ru-RU" sz="1200"/>
              <a:t>weights/arx/ofi/BAC/window_03.pt</a:t>
            </a:r>
            <a:endParaRPr/>
          </a:p>
          <a:p>
            <a:pPr indent="0" lvl="0" marL="0" rtl="0" algn="l">
              <a:spcBef>
                <a:spcPts val="0"/>
              </a:spcBef>
              <a:spcAft>
                <a:spcPts val="0"/>
              </a:spcAft>
              <a:buSzPts val="1200"/>
              <a:buNone/>
            </a:pPr>
            <a:r>
              <a:rPr lang="ru-RU" sz="1200"/>
              <a:t>weights/arx/ofi/BSX/window_01.pt</a:t>
            </a:r>
            <a:endParaRPr/>
          </a:p>
          <a:p>
            <a:pPr indent="0" lvl="0" marL="0" rtl="0" algn="l">
              <a:spcBef>
                <a:spcPts val="0"/>
              </a:spcBef>
              <a:spcAft>
                <a:spcPts val="0"/>
              </a:spcAft>
              <a:buSzPts val="1200"/>
              <a:buNone/>
            </a:pPr>
            <a:r>
              <a:rPr lang="ru-RU" sz="1200"/>
              <a:t>weights/arx/ofi/BSX/window_02.pt</a:t>
            </a:r>
            <a:endParaRPr/>
          </a:p>
          <a:p>
            <a:pPr indent="0" lvl="0" marL="0" rtl="0" algn="l">
              <a:spcBef>
                <a:spcPts val="0"/>
              </a:spcBef>
              <a:spcAft>
                <a:spcPts val="0"/>
              </a:spcAft>
              <a:buSzPts val="1200"/>
              <a:buNone/>
            </a:pPr>
            <a:r>
              <a:rPr lang="ru-RU" sz="1200"/>
              <a:t>weights/arx/ofi/BSX/window_03.pt</a:t>
            </a:r>
            <a:endParaRPr/>
          </a:p>
          <a:p>
            <a:pPr indent="0" lvl="0" marL="0" rtl="0" algn="l">
              <a:spcBef>
                <a:spcPts val="0"/>
              </a:spcBef>
              <a:spcAft>
                <a:spcPts val="0"/>
              </a:spcAft>
              <a:buSzPts val="1200"/>
              <a:buNone/>
            </a:pPr>
            <a:r>
              <a:rPr lang="ru-RU" sz="1200"/>
              <a:t>weights/arx/ofi/CTSH/window_01.pt</a:t>
            </a:r>
            <a:endParaRPr/>
          </a:p>
          <a:p>
            <a:pPr indent="0" lvl="0" marL="0" rtl="0" algn="l">
              <a:spcBef>
                <a:spcPts val="0"/>
              </a:spcBef>
              <a:spcAft>
                <a:spcPts val="0"/>
              </a:spcAft>
              <a:buSzPts val="1200"/>
              <a:buNone/>
            </a:pPr>
            <a:r>
              <a:rPr lang="ru-RU" sz="1200"/>
              <a:t>weights/arx/ofi/CTSH/window_02.pt</a:t>
            </a:r>
            <a:endParaRPr/>
          </a:p>
          <a:p>
            <a:pPr indent="0" lvl="0" marL="0" rtl="0" algn="l">
              <a:spcBef>
                <a:spcPts val="0"/>
              </a:spcBef>
              <a:spcAft>
                <a:spcPts val="0"/>
              </a:spcAft>
              <a:buSzPts val="1200"/>
              <a:buNone/>
            </a:pPr>
            <a:r>
              <a:rPr lang="ru-RU" sz="1200"/>
              <a:t>weights/arx/ofi/CTSH/window_03.pt</a:t>
            </a:r>
            <a:endParaRPr/>
          </a:p>
          <a:p>
            <a:pPr indent="0" lvl="0" marL="0" rtl="0" algn="l">
              <a:spcBef>
                <a:spcPts val="0"/>
              </a:spcBef>
              <a:spcAft>
                <a:spcPts val="0"/>
              </a:spcAft>
              <a:buSzPts val="1200"/>
              <a:buNone/>
            </a:pPr>
            <a:r>
              <a:rPr lang="ru-RU" sz="1200"/>
              <a:t>weights/arx/ofi/DIS/window_01.pt</a:t>
            </a:r>
            <a:endParaRPr/>
          </a:p>
          <a:p>
            <a:pPr indent="0" lvl="0" marL="0" rtl="0" algn="l">
              <a:spcBef>
                <a:spcPts val="0"/>
              </a:spcBef>
              <a:spcAft>
                <a:spcPts val="0"/>
              </a:spcAft>
              <a:buSzPts val="1200"/>
              <a:buNone/>
            </a:pPr>
            <a:r>
              <a:rPr lang="ru-RU" sz="1200"/>
              <a:t>weights/arx/ofi/DIS/window_02.pt</a:t>
            </a:r>
            <a:endParaRPr/>
          </a:p>
          <a:p>
            <a:pPr indent="0" lvl="0" marL="0" rtl="0" algn="l">
              <a:spcBef>
                <a:spcPts val="0"/>
              </a:spcBef>
              <a:spcAft>
                <a:spcPts val="0"/>
              </a:spcAft>
              <a:buSzPts val="1200"/>
              <a:buNone/>
            </a:pPr>
            <a:r>
              <a:rPr lang="ru-RU" sz="1200"/>
              <a:t>weights/arx/ofi/DIS/window_03.pt</a:t>
            </a:r>
            <a:endParaRPr/>
          </a:p>
          <a:p>
            <a:pPr indent="0" lvl="0" marL="0" rtl="0" algn="l">
              <a:spcBef>
                <a:spcPts val="0"/>
              </a:spcBef>
              <a:spcAft>
                <a:spcPts val="0"/>
              </a:spcAft>
              <a:buSzPts val="1200"/>
              <a:buNone/>
            </a:pPr>
            <a:r>
              <a:rPr lang="ru-RU" sz="1200"/>
              <a:t>weights/arx/ofi/MO/window_01.pt</a:t>
            </a:r>
            <a:endParaRPr/>
          </a:p>
          <a:p>
            <a:pPr indent="0" lvl="0" marL="0" rtl="0" algn="l">
              <a:spcBef>
                <a:spcPts val="0"/>
              </a:spcBef>
              <a:spcAft>
                <a:spcPts val="0"/>
              </a:spcAft>
              <a:buSzPts val="1200"/>
              <a:buNone/>
            </a:pPr>
            <a:r>
              <a:rPr lang="ru-RU" sz="1200"/>
              <a:t>weights/arx/ofi/MO/window_02.pt</a:t>
            </a:r>
            <a:endParaRPr/>
          </a:p>
          <a:p>
            <a:pPr indent="0" lvl="0" marL="0" rtl="0" algn="l">
              <a:spcBef>
                <a:spcPts val="0"/>
              </a:spcBef>
              <a:spcAft>
                <a:spcPts val="0"/>
              </a:spcAft>
              <a:buSzPts val="1200"/>
              <a:buNone/>
            </a:pPr>
            <a:r>
              <a:rPr lang="ru-RU" sz="1200"/>
              <a:t>weights/arx/ofi/MO/window_03.pt</a:t>
            </a:r>
            <a:endParaRPr/>
          </a:p>
          <a:p>
            <a:pPr indent="0" lvl="0" marL="0" rtl="0" algn="l">
              <a:spcBef>
                <a:spcPts val="0"/>
              </a:spcBef>
              <a:spcAft>
                <a:spcPts val="0"/>
              </a:spcAft>
              <a:buSzPts val="1200"/>
              <a:buNone/>
            </a:pPr>
            <a:r>
              <a:rPr lang="ru-RU" sz="1200"/>
              <a:t>weights/arx/ofi/NEE/window_01.pt</a:t>
            </a:r>
            <a:endParaRPr/>
          </a:p>
          <a:p>
            <a:pPr indent="0" lvl="0" marL="0" rtl="0" algn="l">
              <a:spcBef>
                <a:spcPts val="0"/>
              </a:spcBef>
              <a:spcAft>
                <a:spcPts val="0"/>
              </a:spcAft>
              <a:buSzPts val="1200"/>
              <a:buNone/>
            </a:pPr>
            <a:r>
              <a:rPr lang="ru-RU" sz="1200"/>
              <a:t>weights/arx/ofi/NEE/window_02.pt</a:t>
            </a:r>
            <a:endParaRPr/>
          </a:p>
          <a:p>
            <a:pPr indent="0" lvl="0" marL="0" rtl="0" algn="l">
              <a:spcBef>
                <a:spcPts val="0"/>
              </a:spcBef>
              <a:spcAft>
                <a:spcPts val="0"/>
              </a:spcAft>
              <a:buSzPts val="1200"/>
              <a:buNone/>
            </a:pPr>
            <a:r>
              <a:rPr lang="ru-RU" sz="1200"/>
              <a:t>weights/arx/ofi/NEE/window_03.pt</a:t>
            </a:r>
            <a:endParaRPr/>
          </a:p>
          <a:p>
            <a:pPr indent="0" lvl="0" marL="0" rtl="0" algn="l">
              <a:spcBef>
                <a:spcPts val="0"/>
              </a:spcBef>
              <a:spcAft>
                <a:spcPts val="0"/>
              </a:spcAft>
              <a:buSzPts val="1200"/>
              <a:buNone/>
            </a:pPr>
            <a:r>
              <a:rPr lang="ru-RU" sz="1200"/>
              <a:t>weights/arx/ofi/NKE/window_01.pt</a:t>
            </a:r>
            <a:endParaRPr/>
          </a:p>
          <a:p>
            <a:pPr indent="0" lvl="0" marL="0" rtl="0" algn="l">
              <a:spcBef>
                <a:spcPts val="0"/>
              </a:spcBef>
              <a:spcAft>
                <a:spcPts val="0"/>
              </a:spcAft>
              <a:buSzPts val="1200"/>
              <a:buNone/>
            </a:pPr>
            <a:r>
              <a:rPr lang="ru-RU" sz="1200"/>
              <a:t>weights/arx/ofi/NKE/window_02.pt</a:t>
            </a:r>
            <a:endParaRPr/>
          </a:p>
          <a:p>
            <a:pPr indent="0" lvl="0" marL="0" rtl="0" algn="l">
              <a:spcBef>
                <a:spcPts val="0"/>
              </a:spcBef>
              <a:spcAft>
                <a:spcPts val="0"/>
              </a:spcAft>
              <a:buSzPts val="1200"/>
              <a:buNone/>
            </a:pPr>
            <a:r>
              <a:rPr lang="ru-RU" sz="1200"/>
              <a:t>weights/arx/ofi/NKE/window_03.pt</a:t>
            </a:r>
            <a:endParaRPr/>
          </a:p>
          <a:p>
            <a:pPr indent="0" lvl="0" marL="0" rtl="0" algn="l">
              <a:spcBef>
                <a:spcPts val="0"/>
              </a:spcBef>
              <a:spcAft>
                <a:spcPts val="0"/>
              </a:spcAft>
              <a:buSzPts val="1200"/>
              <a:buNone/>
            </a:pPr>
            <a:r>
              <a:rPr lang="ru-RU" sz="1200"/>
              <a:t>weights/arx/ofi/OXY/window_01.pt</a:t>
            </a:r>
            <a:endParaRPr/>
          </a:p>
          <a:p>
            <a:pPr indent="0" lvl="0" marL="0" rtl="0" algn="l">
              <a:spcBef>
                <a:spcPts val="0"/>
              </a:spcBef>
              <a:spcAft>
                <a:spcPts val="0"/>
              </a:spcAft>
              <a:buSzPts val="1200"/>
              <a:buNone/>
            </a:pPr>
            <a:r>
              <a:rPr lang="ru-RU" sz="1200"/>
              <a:t>weights/arx/ofi/OXY/window_02.pt</a:t>
            </a:r>
            <a:endParaRPr/>
          </a:p>
          <a:p>
            <a:pPr indent="0" lvl="0" marL="0" rtl="0" algn="l">
              <a:spcBef>
                <a:spcPts val="0"/>
              </a:spcBef>
              <a:spcAft>
                <a:spcPts val="0"/>
              </a:spcAft>
              <a:buSzPts val="1200"/>
              <a:buNone/>
            </a:pPr>
            <a:r>
              <a:rPr lang="ru-RU" sz="1200"/>
              <a:t>weights/arx/ofi/OXY/window_03.pt</a:t>
            </a:r>
            <a:endParaRPr/>
          </a:p>
          <a:p>
            <a:pPr indent="0" lvl="0" marL="0" rtl="0" algn="l">
              <a:spcBef>
                <a:spcPts val="0"/>
              </a:spcBef>
              <a:spcAft>
                <a:spcPts val="0"/>
              </a:spcAft>
              <a:buSzPts val="1200"/>
              <a:buNone/>
            </a:pPr>
            <a:r>
              <a:rPr lang="ru-RU" sz="1200"/>
              <a:t>weights/arx/ofi/UBER/window_01.pt</a:t>
            </a:r>
            <a:endParaRPr/>
          </a:p>
          <a:p>
            <a:pPr indent="0" lvl="0" marL="0" rtl="0" algn="l">
              <a:spcBef>
                <a:spcPts val="0"/>
              </a:spcBef>
              <a:spcAft>
                <a:spcPts val="0"/>
              </a:spcAft>
              <a:buSzPts val="1200"/>
              <a:buNone/>
            </a:pPr>
            <a:r>
              <a:rPr lang="ru-RU" sz="1200"/>
              <a:t>weights/arx/ofi/UBER/window_02.pt</a:t>
            </a:r>
            <a:endParaRPr/>
          </a:p>
          <a:p>
            <a:pPr indent="0" lvl="0" marL="0" rtl="0" algn="l">
              <a:spcBef>
                <a:spcPts val="0"/>
              </a:spcBef>
              <a:spcAft>
                <a:spcPts val="0"/>
              </a:spcAft>
              <a:buSzPts val="1200"/>
              <a:buNone/>
            </a:pPr>
            <a:r>
              <a:rPr lang="ru-RU" sz="1200"/>
              <a:t>weights/arx/ofi/UBER/window_03.pt</a:t>
            </a:r>
            <a:endParaRPr/>
          </a:p>
          <a:p>
            <a:pPr indent="0" lvl="0" marL="0" rtl="0" algn="l">
              <a:spcBef>
                <a:spcPts val="0"/>
              </a:spcBef>
              <a:spcAft>
                <a:spcPts val="0"/>
              </a:spcAft>
              <a:buSzPts val="1200"/>
              <a:buNone/>
            </a:pPr>
            <a:r>
              <a:rPr lang="ru-RU" sz="1200"/>
              <a:t>weights/arx/ofi/USB/window_01.pt</a:t>
            </a:r>
            <a:endParaRPr/>
          </a:p>
          <a:p>
            <a:pPr indent="0" lvl="0" marL="0" rtl="0" algn="l">
              <a:spcBef>
                <a:spcPts val="0"/>
              </a:spcBef>
              <a:spcAft>
                <a:spcPts val="0"/>
              </a:spcAft>
              <a:buSzPts val="1200"/>
              <a:buNone/>
            </a:pPr>
            <a:r>
              <a:rPr lang="ru-RU" sz="1200"/>
              <a:t>weights/arx/ofi/USB/window_02.pt</a:t>
            </a:r>
            <a:endParaRPr/>
          </a:p>
          <a:p>
            <a:pPr indent="0" lvl="0" marL="0" rtl="0" algn="l">
              <a:spcBef>
                <a:spcPts val="0"/>
              </a:spcBef>
              <a:spcAft>
                <a:spcPts val="0"/>
              </a:spcAft>
              <a:buSzPts val="1200"/>
              <a:buNone/>
            </a:pPr>
            <a:r>
              <a:rPr lang="ru-RU" sz="1200"/>
              <a:t>weights/arx/ofi/USB/window_03.pt</a:t>
            </a:r>
            <a:endParaRPr/>
          </a:p>
          <a:p>
            <a:pPr indent="0" lvl="0" marL="0" rtl="0" algn="l">
              <a:spcBef>
                <a:spcPts val="0"/>
              </a:spcBef>
              <a:spcAft>
                <a:spcPts val="0"/>
              </a:spcAft>
              <a:buSzPts val="1200"/>
              <a:buNone/>
            </a:pPr>
            <a:r>
              <a:rPr lang="ru-RU" sz="1200"/>
              <a:t>weights/arx/ofi/VZ/window_01.pt</a:t>
            </a:r>
            <a:endParaRPr/>
          </a:p>
          <a:p>
            <a:pPr indent="0" lvl="0" marL="0" rtl="0" algn="l">
              <a:spcBef>
                <a:spcPts val="0"/>
              </a:spcBef>
              <a:spcAft>
                <a:spcPts val="0"/>
              </a:spcAft>
              <a:buSzPts val="1200"/>
              <a:buNone/>
            </a:pPr>
            <a:r>
              <a:rPr lang="ru-RU" sz="1200"/>
              <a:t>weights/arx/ofi/VZ/window_02.pt</a:t>
            </a:r>
            <a:endParaRPr/>
          </a:p>
          <a:p>
            <a:pPr indent="0" lvl="0" marL="0" rtl="0" algn="l">
              <a:spcBef>
                <a:spcPts val="0"/>
              </a:spcBef>
              <a:spcAft>
                <a:spcPts val="0"/>
              </a:spcAft>
              <a:buSzPts val="1200"/>
              <a:buNone/>
            </a:pPr>
            <a:r>
              <a:rPr lang="ru-RU" sz="1200"/>
              <a:t>weights/arx/ofi/VZ/window_03.pt</a:t>
            </a:r>
            <a:endParaRPr/>
          </a:p>
          <a:p>
            <a:pPr indent="0" lvl="0" marL="0" rtl="0" algn="l">
              <a:spcBef>
                <a:spcPts val="0"/>
              </a:spcBef>
              <a:spcAft>
                <a:spcPts val="0"/>
              </a:spcAft>
              <a:buSzPts val="1200"/>
              <a:buNone/>
            </a:pPr>
            <a:r>
              <a:rPr lang="ru-RU" sz="1200"/>
              <a:t>weights/arx_sgd/lob/BAC/window_01.pt</a:t>
            </a:r>
            <a:endParaRPr/>
          </a:p>
          <a:p>
            <a:pPr indent="0" lvl="0" marL="0" rtl="0" algn="l">
              <a:spcBef>
                <a:spcPts val="0"/>
              </a:spcBef>
              <a:spcAft>
                <a:spcPts val="0"/>
              </a:spcAft>
              <a:buSzPts val="1200"/>
              <a:buNone/>
            </a:pPr>
            <a:r>
              <a:rPr lang="ru-RU" sz="1200"/>
              <a:t>weights/arx_sgd/lob/BAC/window_02.pt</a:t>
            </a:r>
            <a:endParaRPr/>
          </a:p>
          <a:p>
            <a:pPr indent="0" lvl="0" marL="0" rtl="0" algn="l">
              <a:spcBef>
                <a:spcPts val="0"/>
              </a:spcBef>
              <a:spcAft>
                <a:spcPts val="0"/>
              </a:spcAft>
              <a:buSzPts val="1200"/>
              <a:buNone/>
            </a:pPr>
            <a:r>
              <a:rPr lang="ru-RU" sz="1200"/>
              <a:t>weights/arx_sgd/lob/BAC/window_03.pt</a:t>
            </a:r>
            <a:endParaRPr/>
          </a:p>
          <a:p>
            <a:pPr indent="0" lvl="0" marL="0" rtl="0" algn="l">
              <a:spcBef>
                <a:spcPts val="0"/>
              </a:spcBef>
              <a:spcAft>
                <a:spcPts val="0"/>
              </a:spcAft>
              <a:buSzPts val="1200"/>
              <a:buNone/>
            </a:pPr>
            <a:r>
              <a:rPr lang="ru-RU" sz="1200"/>
              <a:t>weights/arx_sgd/lob/NKE/window_01.pt</a:t>
            </a:r>
            <a:endParaRPr/>
          </a:p>
          <a:p>
            <a:pPr indent="0" lvl="0" marL="0" rtl="0" algn="l">
              <a:spcBef>
                <a:spcPts val="0"/>
              </a:spcBef>
              <a:spcAft>
                <a:spcPts val="0"/>
              </a:spcAft>
              <a:buSzPts val="1200"/>
              <a:buNone/>
            </a:pPr>
            <a:r>
              <a:rPr lang="ru-RU" sz="1200"/>
              <a:t>weights/arx_sgd/lob/NKE/window_02.pt</a:t>
            </a:r>
            <a:endParaRPr/>
          </a:p>
          <a:p>
            <a:pPr indent="0" lvl="0" marL="0" rtl="0" algn="l">
              <a:spcBef>
                <a:spcPts val="0"/>
              </a:spcBef>
              <a:spcAft>
                <a:spcPts val="0"/>
              </a:spcAft>
              <a:buSzPts val="1200"/>
              <a:buNone/>
            </a:pPr>
            <a:r>
              <a:rPr lang="ru-RU" sz="1200"/>
              <a:t>weights/arx_sgd/lob/NKE/window_03.pt</a:t>
            </a:r>
            <a:endParaRPr/>
          </a:p>
          <a:p>
            <a:pPr indent="0" lvl="0" marL="0" rtl="0" algn="l">
              <a:spcBef>
                <a:spcPts val="0"/>
              </a:spcBef>
              <a:spcAft>
                <a:spcPts val="0"/>
              </a:spcAft>
              <a:buSzPts val="1200"/>
              <a:buNone/>
            </a:pPr>
            <a:r>
              <a:rPr lang="ru-RU" sz="1200"/>
              <a:t>weights/arx_sgd/lob/OXY/window_01.pt</a:t>
            </a:r>
            <a:endParaRPr/>
          </a:p>
          <a:p>
            <a:pPr indent="0" lvl="0" marL="0" rtl="0" algn="l">
              <a:spcBef>
                <a:spcPts val="0"/>
              </a:spcBef>
              <a:spcAft>
                <a:spcPts val="0"/>
              </a:spcAft>
              <a:buSzPts val="1200"/>
              <a:buNone/>
            </a:pPr>
            <a:r>
              <a:rPr lang="ru-RU" sz="1200"/>
              <a:t>weights/arx_sgd/lob/OXY/window_02.pt</a:t>
            </a:r>
            <a:endParaRPr/>
          </a:p>
          <a:p>
            <a:pPr indent="0" lvl="0" marL="0" rtl="0" algn="l">
              <a:spcBef>
                <a:spcPts val="0"/>
              </a:spcBef>
              <a:spcAft>
                <a:spcPts val="0"/>
              </a:spcAft>
              <a:buSzPts val="1200"/>
              <a:buNone/>
            </a:pPr>
            <a:r>
              <a:rPr lang="ru-RU" sz="1200"/>
              <a:t>weights/arx_sgd/lob/OXY/window_03.pt</a:t>
            </a:r>
            <a:endParaRPr/>
          </a:p>
          <a:p>
            <a:pPr indent="0" lvl="0" marL="0" rtl="0" algn="l">
              <a:spcBef>
                <a:spcPts val="0"/>
              </a:spcBef>
              <a:spcAft>
                <a:spcPts val="0"/>
              </a:spcAft>
              <a:buSzPts val="1200"/>
              <a:buNone/>
            </a:pPr>
            <a:r>
              <a:rPr lang="ru-RU" sz="1200"/>
              <a:t>weights/arx_sgd/lob/UBER/window_01.pt</a:t>
            </a:r>
            <a:endParaRPr/>
          </a:p>
          <a:p>
            <a:pPr indent="0" lvl="0" marL="0" rtl="0" algn="l">
              <a:spcBef>
                <a:spcPts val="0"/>
              </a:spcBef>
              <a:spcAft>
                <a:spcPts val="0"/>
              </a:spcAft>
              <a:buSzPts val="1200"/>
              <a:buNone/>
            </a:pPr>
            <a:r>
              <a:rPr lang="ru-RU" sz="1200"/>
              <a:t>weights/arx_sgd/lob/UBER/window_02.pt</a:t>
            </a:r>
            <a:endParaRPr/>
          </a:p>
          <a:p>
            <a:pPr indent="0" lvl="0" marL="0" rtl="0" algn="l">
              <a:spcBef>
                <a:spcPts val="0"/>
              </a:spcBef>
              <a:spcAft>
                <a:spcPts val="0"/>
              </a:spcAft>
              <a:buSzPts val="1200"/>
              <a:buNone/>
            </a:pPr>
            <a:r>
              <a:rPr lang="ru-RU" sz="1200"/>
              <a:t>weights/arx_sgd/lob/UBER/window_03.pt</a:t>
            </a:r>
            <a:endParaRPr/>
          </a:p>
          <a:p>
            <a:pPr indent="0" lvl="0" marL="0" rtl="0" algn="l">
              <a:spcBef>
                <a:spcPts val="0"/>
              </a:spcBef>
              <a:spcAft>
                <a:spcPts val="0"/>
              </a:spcAft>
              <a:buSzPts val="1200"/>
              <a:buNone/>
            </a:pPr>
            <a:r>
              <a:rPr lang="ru-RU" sz="1200"/>
              <a:t>weights/arx_sgd/lob/USB/window_01.pt</a:t>
            </a:r>
            <a:endParaRPr/>
          </a:p>
          <a:p>
            <a:pPr indent="0" lvl="0" marL="0" rtl="0" algn="l">
              <a:spcBef>
                <a:spcPts val="0"/>
              </a:spcBef>
              <a:spcAft>
                <a:spcPts val="0"/>
              </a:spcAft>
              <a:buSzPts val="1200"/>
              <a:buNone/>
            </a:pPr>
            <a:r>
              <a:rPr lang="ru-RU" sz="1200"/>
              <a:t>weights/arx_sgd/lob/USB/window_02.pt</a:t>
            </a:r>
            <a:endParaRPr/>
          </a:p>
          <a:p>
            <a:pPr indent="0" lvl="0" marL="0" rtl="0" algn="l">
              <a:spcBef>
                <a:spcPts val="0"/>
              </a:spcBef>
              <a:spcAft>
                <a:spcPts val="0"/>
              </a:spcAft>
              <a:buSzPts val="1200"/>
              <a:buNone/>
            </a:pPr>
            <a:r>
              <a:rPr lang="ru-RU" sz="1200"/>
              <a:t>weights/arx_sgd/lob/USB/window_03.pt</a:t>
            </a:r>
            <a:endParaRPr/>
          </a:p>
          <a:p>
            <a:pPr indent="0" lvl="0" marL="0" rtl="0" algn="l">
              <a:spcBef>
                <a:spcPts val="0"/>
              </a:spcBef>
              <a:spcAft>
                <a:spcPts val="0"/>
              </a:spcAft>
              <a:buSzPts val="1200"/>
              <a:buNone/>
            </a:pPr>
            <a:r>
              <a:rPr lang="ru-RU" sz="1200"/>
              <a:t>weights/arx_sgd/lob/VZ/window_01.pt</a:t>
            </a:r>
            <a:endParaRPr/>
          </a:p>
          <a:p>
            <a:pPr indent="0" lvl="0" marL="0" rtl="0" algn="l">
              <a:spcBef>
                <a:spcPts val="0"/>
              </a:spcBef>
              <a:spcAft>
                <a:spcPts val="0"/>
              </a:spcAft>
              <a:buSzPts val="1200"/>
              <a:buNone/>
            </a:pPr>
            <a:r>
              <a:rPr lang="ru-RU" sz="1200"/>
              <a:t>weights/arx_sgd/lob/VZ/window_02.pt</a:t>
            </a:r>
            <a:endParaRPr/>
          </a:p>
          <a:p>
            <a:pPr indent="0" lvl="0" marL="0" rtl="0" algn="l">
              <a:spcBef>
                <a:spcPts val="0"/>
              </a:spcBef>
              <a:spcAft>
                <a:spcPts val="0"/>
              </a:spcAft>
              <a:buSzPts val="1200"/>
              <a:buNone/>
            </a:pPr>
            <a:r>
              <a:rPr lang="ru-RU" sz="1200"/>
              <a:t>weights/arx_sgd/lob/VZ/window_03.pt</a:t>
            </a:r>
            <a:endParaRPr/>
          </a:p>
          <a:p>
            <a:pPr indent="0" lvl="0" marL="0" rtl="0" algn="l">
              <a:spcBef>
                <a:spcPts val="0"/>
              </a:spcBef>
              <a:spcAft>
                <a:spcPts val="0"/>
              </a:spcAft>
              <a:buSzPts val="1200"/>
              <a:buNone/>
            </a:pPr>
            <a:r>
              <a:rPr lang="ru-RU" sz="1200"/>
              <a:t>weights/arx_sgd/of/BAC/window_01.pt</a:t>
            </a:r>
            <a:endParaRPr/>
          </a:p>
          <a:p>
            <a:pPr indent="0" lvl="0" marL="0" rtl="0" algn="l">
              <a:spcBef>
                <a:spcPts val="0"/>
              </a:spcBef>
              <a:spcAft>
                <a:spcPts val="0"/>
              </a:spcAft>
              <a:buSzPts val="1200"/>
              <a:buNone/>
            </a:pPr>
            <a:r>
              <a:rPr lang="ru-RU" sz="1200"/>
              <a:t>weights/arx_sgd/of/BAC/window_02.pt</a:t>
            </a:r>
            <a:endParaRPr/>
          </a:p>
          <a:p>
            <a:pPr indent="0" lvl="0" marL="0" rtl="0" algn="l">
              <a:spcBef>
                <a:spcPts val="0"/>
              </a:spcBef>
              <a:spcAft>
                <a:spcPts val="0"/>
              </a:spcAft>
              <a:buSzPts val="1200"/>
              <a:buNone/>
            </a:pPr>
            <a:r>
              <a:rPr lang="ru-RU" sz="1200"/>
              <a:t>weights/arx_sgd/of/BAC/window_03.pt</a:t>
            </a:r>
            <a:endParaRPr/>
          </a:p>
          <a:p>
            <a:pPr indent="0" lvl="0" marL="0" rtl="0" algn="l">
              <a:spcBef>
                <a:spcPts val="0"/>
              </a:spcBef>
              <a:spcAft>
                <a:spcPts val="0"/>
              </a:spcAft>
              <a:buSzPts val="1200"/>
              <a:buNone/>
            </a:pPr>
            <a:r>
              <a:rPr lang="ru-RU" sz="1200"/>
              <a:t>weights/arx_sgd/of/NKE/window_01.pt</a:t>
            </a:r>
            <a:endParaRPr/>
          </a:p>
          <a:p>
            <a:pPr indent="0" lvl="0" marL="0" rtl="0" algn="l">
              <a:spcBef>
                <a:spcPts val="0"/>
              </a:spcBef>
              <a:spcAft>
                <a:spcPts val="0"/>
              </a:spcAft>
              <a:buSzPts val="1200"/>
              <a:buNone/>
            </a:pPr>
            <a:r>
              <a:rPr lang="ru-RU" sz="1200"/>
              <a:t>weights/arx_sgd/of/NKE/window_02.pt</a:t>
            </a:r>
            <a:endParaRPr/>
          </a:p>
          <a:p>
            <a:pPr indent="0" lvl="0" marL="0" rtl="0" algn="l">
              <a:spcBef>
                <a:spcPts val="0"/>
              </a:spcBef>
              <a:spcAft>
                <a:spcPts val="0"/>
              </a:spcAft>
              <a:buSzPts val="1200"/>
              <a:buNone/>
            </a:pPr>
            <a:r>
              <a:rPr lang="ru-RU" sz="1200"/>
              <a:t>weights/arx_sgd/of/NKE/window_03.pt</a:t>
            </a:r>
            <a:endParaRPr/>
          </a:p>
          <a:p>
            <a:pPr indent="0" lvl="0" marL="0" rtl="0" algn="l">
              <a:spcBef>
                <a:spcPts val="0"/>
              </a:spcBef>
              <a:spcAft>
                <a:spcPts val="0"/>
              </a:spcAft>
              <a:buSzPts val="1200"/>
              <a:buNone/>
            </a:pPr>
            <a:r>
              <a:rPr lang="ru-RU" sz="1200"/>
              <a:t>weights/arx_sgd/of/OXY/window_01.pt</a:t>
            </a:r>
            <a:endParaRPr/>
          </a:p>
          <a:p>
            <a:pPr indent="0" lvl="0" marL="0" rtl="0" algn="l">
              <a:spcBef>
                <a:spcPts val="0"/>
              </a:spcBef>
              <a:spcAft>
                <a:spcPts val="0"/>
              </a:spcAft>
              <a:buSzPts val="1200"/>
              <a:buNone/>
            </a:pPr>
            <a:r>
              <a:rPr lang="ru-RU" sz="1200"/>
              <a:t>weights/arx_sgd/of/OXY/window_02.pt</a:t>
            </a:r>
            <a:endParaRPr/>
          </a:p>
          <a:p>
            <a:pPr indent="0" lvl="0" marL="0" rtl="0" algn="l">
              <a:spcBef>
                <a:spcPts val="0"/>
              </a:spcBef>
              <a:spcAft>
                <a:spcPts val="0"/>
              </a:spcAft>
              <a:buSzPts val="1200"/>
              <a:buNone/>
            </a:pPr>
            <a:r>
              <a:rPr lang="ru-RU" sz="1200"/>
              <a:t>weights/arx_sgd/of/OXY/window_03.pt</a:t>
            </a:r>
            <a:endParaRPr/>
          </a:p>
          <a:p>
            <a:pPr indent="0" lvl="0" marL="0" rtl="0" algn="l">
              <a:spcBef>
                <a:spcPts val="0"/>
              </a:spcBef>
              <a:spcAft>
                <a:spcPts val="0"/>
              </a:spcAft>
              <a:buSzPts val="1200"/>
              <a:buNone/>
            </a:pPr>
            <a:r>
              <a:rPr lang="ru-RU" sz="1200"/>
              <a:t>weights/arx_sgd/of/UBER/window_01.pt</a:t>
            </a:r>
            <a:endParaRPr/>
          </a:p>
          <a:p>
            <a:pPr indent="0" lvl="0" marL="0" rtl="0" algn="l">
              <a:spcBef>
                <a:spcPts val="0"/>
              </a:spcBef>
              <a:spcAft>
                <a:spcPts val="0"/>
              </a:spcAft>
              <a:buSzPts val="1200"/>
              <a:buNone/>
            </a:pPr>
            <a:r>
              <a:rPr lang="ru-RU" sz="1200"/>
              <a:t>weights/arx_sgd/of/UBER/window_02.pt</a:t>
            </a:r>
            <a:endParaRPr/>
          </a:p>
          <a:p>
            <a:pPr indent="0" lvl="0" marL="0" rtl="0" algn="l">
              <a:spcBef>
                <a:spcPts val="0"/>
              </a:spcBef>
              <a:spcAft>
                <a:spcPts val="0"/>
              </a:spcAft>
              <a:buSzPts val="1200"/>
              <a:buNone/>
            </a:pPr>
            <a:r>
              <a:rPr lang="ru-RU" sz="1200"/>
              <a:t>weights/arx_sgd/of/UBER/window_03.pt</a:t>
            </a:r>
            <a:endParaRPr/>
          </a:p>
          <a:p>
            <a:pPr indent="0" lvl="0" marL="0" rtl="0" algn="l">
              <a:spcBef>
                <a:spcPts val="0"/>
              </a:spcBef>
              <a:spcAft>
                <a:spcPts val="0"/>
              </a:spcAft>
              <a:buSzPts val="1200"/>
              <a:buNone/>
            </a:pPr>
            <a:r>
              <a:rPr lang="ru-RU" sz="1200"/>
              <a:t>weights/arx_sgd/of/USB/window_01.pt</a:t>
            </a:r>
            <a:endParaRPr/>
          </a:p>
          <a:p>
            <a:pPr indent="0" lvl="0" marL="0" rtl="0" algn="l">
              <a:spcBef>
                <a:spcPts val="0"/>
              </a:spcBef>
              <a:spcAft>
                <a:spcPts val="0"/>
              </a:spcAft>
              <a:buSzPts val="1200"/>
              <a:buNone/>
            </a:pPr>
            <a:r>
              <a:rPr lang="ru-RU" sz="1200"/>
              <a:t>weights/arx_sgd/of/USB/window_02.pt</a:t>
            </a:r>
            <a:endParaRPr/>
          </a:p>
          <a:p>
            <a:pPr indent="0" lvl="0" marL="0" rtl="0" algn="l">
              <a:spcBef>
                <a:spcPts val="0"/>
              </a:spcBef>
              <a:spcAft>
                <a:spcPts val="0"/>
              </a:spcAft>
              <a:buSzPts val="1200"/>
              <a:buNone/>
            </a:pPr>
            <a:r>
              <a:rPr lang="ru-RU" sz="1200"/>
              <a:t>weights/arx_sgd/of/USB/window_03.pt</a:t>
            </a:r>
            <a:endParaRPr/>
          </a:p>
          <a:p>
            <a:pPr indent="0" lvl="0" marL="0" rtl="0" algn="l">
              <a:spcBef>
                <a:spcPts val="0"/>
              </a:spcBef>
              <a:spcAft>
                <a:spcPts val="0"/>
              </a:spcAft>
              <a:buSzPts val="1200"/>
              <a:buNone/>
            </a:pPr>
            <a:r>
              <a:rPr lang="ru-RU" sz="1200"/>
              <a:t>weights/arx_sgd/of/VZ/window_01.pt</a:t>
            </a:r>
            <a:endParaRPr/>
          </a:p>
          <a:p>
            <a:pPr indent="0" lvl="0" marL="0" rtl="0" algn="l">
              <a:spcBef>
                <a:spcPts val="0"/>
              </a:spcBef>
              <a:spcAft>
                <a:spcPts val="0"/>
              </a:spcAft>
              <a:buSzPts val="1200"/>
              <a:buNone/>
            </a:pPr>
            <a:r>
              <a:rPr lang="ru-RU" sz="1200"/>
              <a:t>weights/arx_sgd/of/VZ/window_02.pt</a:t>
            </a:r>
            <a:endParaRPr/>
          </a:p>
          <a:p>
            <a:pPr indent="0" lvl="0" marL="0" rtl="0" algn="l">
              <a:spcBef>
                <a:spcPts val="0"/>
              </a:spcBef>
              <a:spcAft>
                <a:spcPts val="0"/>
              </a:spcAft>
              <a:buSzPts val="1200"/>
              <a:buNone/>
            </a:pPr>
            <a:r>
              <a:rPr lang="ru-RU" sz="1200"/>
              <a:t>weights/arx_sgd/of/VZ/window_03.pt</a:t>
            </a:r>
            <a:endParaRPr/>
          </a:p>
          <a:p>
            <a:pPr indent="0" lvl="0" marL="0" rtl="0" algn="l">
              <a:spcBef>
                <a:spcPts val="0"/>
              </a:spcBef>
              <a:spcAft>
                <a:spcPts val="0"/>
              </a:spcAft>
              <a:buSzPts val="1200"/>
              <a:buNone/>
            </a:pPr>
            <a:r>
              <a:rPr lang="ru-RU" sz="1200"/>
              <a:t>weights/arx_sgd/ofi/BAC/window_01.pt</a:t>
            </a:r>
            <a:endParaRPr/>
          </a:p>
          <a:p>
            <a:pPr indent="0" lvl="0" marL="0" rtl="0" algn="l">
              <a:spcBef>
                <a:spcPts val="0"/>
              </a:spcBef>
              <a:spcAft>
                <a:spcPts val="0"/>
              </a:spcAft>
              <a:buSzPts val="1200"/>
              <a:buNone/>
            </a:pPr>
            <a:r>
              <a:rPr lang="ru-RU" sz="1200"/>
              <a:t>weights/arx_sgd/ofi/BAC/window_02.pt</a:t>
            </a:r>
            <a:endParaRPr/>
          </a:p>
          <a:p>
            <a:pPr indent="0" lvl="0" marL="0" rtl="0" algn="l">
              <a:spcBef>
                <a:spcPts val="0"/>
              </a:spcBef>
              <a:spcAft>
                <a:spcPts val="0"/>
              </a:spcAft>
              <a:buSzPts val="1200"/>
              <a:buNone/>
            </a:pPr>
            <a:r>
              <a:rPr lang="ru-RU" sz="1200"/>
              <a:t>weights/arx_sgd/ofi/BAC/window_03.pt</a:t>
            </a:r>
            <a:endParaRPr/>
          </a:p>
          <a:p>
            <a:pPr indent="0" lvl="0" marL="0" rtl="0" algn="l">
              <a:spcBef>
                <a:spcPts val="0"/>
              </a:spcBef>
              <a:spcAft>
                <a:spcPts val="0"/>
              </a:spcAft>
              <a:buSzPts val="1200"/>
              <a:buNone/>
            </a:pPr>
            <a:r>
              <a:rPr lang="ru-RU" sz="1200"/>
              <a:t>weights/arx_sgd/ofi/NKE/window_01.pt</a:t>
            </a:r>
            <a:endParaRPr/>
          </a:p>
          <a:p>
            <a:pPr indent="0" lvl="0" marL="0" rtl="0" algn="l">
              <a:spcBef>
                <a:spcPts val="0"/>
              </a:spcBef>
              <a:spcAft>
                <a:spcPts val="0"/>
              </a:spcAft>
              <a:buSzPts val="1200"/>
              <a:buNone/>
            </a:pPr>
            <a:r>
              <a:rPr lang="ru-RU" sz="1200"/>
              <a:t>weights/arx_sgd/ofi/NKE/window_02.pt</a:t>
            </a:r>
            <a:endParaRPr/>
          </a:p>
          <a:p>
            <a:pPr indent="0" lvl="0" marL="0" rtl="0" algn="l">
              <a:spcBef>
                <a:spcPts val="0"/>
              </a:spcBef>
              <a:spcAft>
                <a:spcPts val="0"/>
              </a:spcAft>
              <a:buSzPts val="1200"/>
              <a:buNone/>
            </a:pPr>
            <a:r>
              <a:rPr lang="ru-RU" sz="1200"/>
              <a:t>weights/arx_sgd/ofi/NKE/window_03.pt</a:t>
            </a:r>
            <a:endParaRPr/>
          </a:p>
          <a:p>
            <a:pPr indent="0" lvl="0" marL="0" rtl="0" algn="l">
              <a:spcBef>
                <a:spcPts val="0"/>
              </a:spcBef>
              <a:spcAft>
                <a:spcPts val="0"/>
              </a:spcAft>
              <a:buSzPts val="1200"/>
              <a:buNone/>
            </a:pPr>
            <a:r>
              <a:rPr lang="ru-RU" sz="1200"/>
              <a:t>weights/arx_sgd/ofi/OXY/window_01.pt</a:t>
            </a:r>
            <a:endParaRPr/>
          </a:p>
          <a:p>
            <a:pPr indent="0" lvl="0" marL="0" rtl="0" algn="l">
              <a:spcBef>
                <a:spcPts val="0"/>
              </a:spcBef>
              <a:spcAft>
                <a:spcPts val="0"/>
              </a:spcAft>
              <a:buSzPts val="1200"/>
              <a:buNone/>
            </a:pPr>
            <a:r>
              <a:rPr lang="ru-RU" sz="1200"/>
              <a:t>weights/arx_sgd/ofi/OXY/window_02.pt</a:t>
            </a:r>
            <a:endParaRPr/>
          </a:p>
          <a:p>
            <a:pPr indent="0" lvl="0" marL="0" rtl="0" algn="l">
              <a:spcBef>
                <a:spcPts val="0"/>
              </a:spcBef>
              <a:spcAft>
                <a:spcPts val="0"/>
              </a:spcAft>
              <a:buSzPts val="1200"/>
              <a:buNone/>
            </a:pPr>
            <a:r>
              <a:rPr lang="ru-RU" sz="1200"/>
              <a:t>weights/arx_sgd/ofi/OXY/window_03.pt</a:t>
            </a:r>
            <a:endParaRPr/>
          </a:p>
          <a:p>
            <a:pPr indent="0" lvl="0" marL="0" rtl="0" algn="l">
              <a:spcBef>
                <a:spcPts val="0"/>
              </a:spcBef>
              <a:spcAft>
                <a:spcPts val="0"/>
              </a:spcAft>
              <a:buSzPts val="1200"/>
              <a:buNone/>
            </a:pPr>
            <a:r>
              <a:rPr lang="ru-RU" sz="1200"/>
              <a:t>weights/arx_sgd/ofi/UBER/window_01.pt</a:t>
            </a:r>
            <a:endParaRPr/>
          </a:p>
          <a:p>
            <a:pPr indent="0" lvl="0" marL="0" rtl="0" algn="l">
              <a:spcBef>
                <a:spcPts val="0"/>
              </a:spcBef>
              <a:spcAft>
                <a:spcPts val="0"/>
              </a:spcAft>
              <a:buSzPts val="1200"/>
              <a:buNone/>
            </a:pPr>
            <a:r>
              <a:rPr lang="ru-RU" sz="1200"/>
              <a:t>weights/arx_sgd/ofi/UBER/window_02.pt</a:t>
            </a:r>
            <a:endParaRPr/>
          </a:p>
          <a:p>
            <a:pPr indent="0" lvl="0" marL="0" rtl="0" algn="l">
              <a:spcBef>
                <a:spcPts val="0"/>
              </a:spcBef>
              <a:spcAft>
                <a:spcPts val="0"/>
              </a:spcAft>
              <a:buSzPts val="1200"/>
              <a:buNone/>
            </a:pPr>
            <a:r>
              <a:rPr lang="ru-RU" sz="1200"/>
              <a:t>weights/arx_sgd/ofi/UBER/window_03.pt</a:t>
            </a:r>
            <a:endParaRPr/>
          </a:p>
          <a:p>
            <a:pPr indent="0" lvl="0" marL="0" rtl="0" algn="l">
              <a:spcBef>
                <a:spcPts val="0"/>
              </a:spcBef>
              <a:spcAft>
                <a:spcPts val="0"/>
              </a:spcAft>
              <a:buSzPts val="1200"/>
              <a:buNone/>
            </a:pPr>
            <a:r>
              <a:rPr lang="ru-RU" sz="1200"/>
              <a:t>weights/arx_sgd/ofi/USB/window_01.pt</a:t>
            </a:r>
            <a:endParaRPr/>
          </a:p>
          <a:p>
            <a:pPr indent="0" lvl="0" marL="0" rtl="0" algn="l">
              <a:spcBef>
                <a:spcPts val="0"/>
              </a:spcBef>
              <a:spcAft>
                <a:spcPts val="0"/>
              </a:spcAft>
              <a:buSzPts val="1200"/>
              <a:buNone/>
            </a:pPr>
            <a:r>
              <a:rPr lang="ru-RU" sz="1200"/>
              <a:t>weights/arx_sgd/ofi/USB/window_02.pt</a:t>
            </a:r>
            <a:endParaRPr/>
          </a:p>
          <a:p>
            <a:pPr indent="0" lvl="0" marL="0" rtl="0" algn="l">
              <a:spcBef>
                <a:spcPts val="0"/>
              </a:spcBef>
              <a:spcAft>
                <a:spcPts val="0"/>
              </a:spcAft>
              <a:buSzPts val="1200"/>
              <a:buNone/>
            </a:pPr>
            <a:r>
              <a:rPr lang="ru-RU" sz="1200"/>
              <a:t>weights/arx_sgd/ofi/USB/window_03.pt</a:t>
            </a:r>
            <a:endParaRPr/>
          </a:p>
          <a:p>
            <a:pPr indent="0" lvl="0" marL="0" rtl="0" algn="l">
              <a:spcBef>
                <a:spcPts val="0"/>
              </a:spcBef>
              <a:spcAft>
                <a:spcPts val="0"/>
              </a:spcAft>
              <a:buSzPts val="1200"/>
              <a:buNone/>
            </a:pPr>
            <a:r>
              <a:rPr lang="ru-RU" sz="1200"/>
              <a:t>weights/arx_sgd/ofi/VZ/window_01.pt</a:t>
            </a:r>
            <a:endParaRPr/>
          </a:p>
          <a:p>
            <a:pPr indent="0" lvl="0" marL="0" rtl="0" algn="l">
              <a:spcBef>
                <a:spcPts val="0"/>
              </a:spcBef>
              <a:spcAft>
                <a:spcPts val="0"/>
              </a:spcAft>
              <a:buSzPts val="1200"/>
              <a:buNone/>
            </a:pPr>
            <a:r>
              <a:rPr lang="ru-RU" sz="1200"/>
              <a:t>weights/arx_sgd/ofi/VZ/window_02.pt</a:t>
            </a:r>
            <a:endParaRPr/>
          </a:p>
          <a:p>
            <a:pPr indent="0" lvl="0" marL="0" rtl="0" algn="l">
              <a:spcBef>
                <a:spcPts val="0"/>
              </a:spcBef>
              <a:spcAft>
                <a:spcPts val="0"/>
              </a:spcAft>
              <a:buSzPts val="1200"/>
              <a:buNone/>
            </a:pPr>
            <a:r>
              <a:rPr lang="ru-RU" sz="1200"/>
              <a:t>weights/arx_sgd/ofi/VZ/window_03.pt</a:t>
            </a:r>
            <a:endParaRPr/>
          </a:p>
          <a:p>
            <a:pPr indent="0" lvl="0" marL="0" rtl="0" algn="l">
              <a:spcBef>
                <a:spcPts val="0"/>
              </a:spcBef>
              <a:spcAft>
                <a:spcPts val="0"/>
              </a:spcAft>
              <a:buSzPts val="1200"/>
              <a:buNone/>
            </a:pPr>
            <a:r>
              <a:rPr lang="ru-RU" sz="1200"/>
              <a:t>weights/cnn_lstm/of/BAC/window_01.pt</a:t>
            </a:r>
            <a:endParaRPr/>
          </a:p>
          <a:p>
            <a:pPr indent="0" lvl="0" marL="0" rtl="0" algn="l">
              <a:spcBef>
                <a:spcPts val="0"/>
              </a:spcBef>
              <a:spcAft>
                <a:spcPts val="0"/>
              </a:spcAft>
              <a:buSzPts val="1200"/>
              <a:buNone/>
            </a:pPr>
            <a:r>
              <a:rPr lang="ru-RU" sz="1200"/>
              <a:t>weights/cnn_lstm/of/BAC/window_02.pt</a:t>
            </a:r>
            <a:endParaRPr/>
          </a:p>
          <a:p>
            <a:pPr indent="0" lvl="0" marL="0" rtl="0" algn="l">
              <a:spcBef>
                <a:spcPts val="0"/>
              </a:spcBef>
              <a:spcAft>
                <a:spcPts val="0"/>
              </a:spcAft>
              <a:buSzPts val="1200"/>
              <a:buNone/>
            </a:pPr>
            <a:r>
              <a:rPr lang="ru-RU" sz="1200"/>
              <a:t>weights/cnn_lstm/of/BAC/window_03.pt</a:t>
            </a:r>
            <a:endParaRPr/>
          </a:p>
          <a:p>
            <a:pPr indent="0" lvl="0" marL="0" rtl="0" algn="l">
              <a:spcBef>
                <a:spcPts val="0"/>
              </a:spcBef>
              <a:spcAft>
                <a:spcPts val="0"/>
              </a:spcAft>
              <a:buSzPts val="1200"/>
              <a:buNone/>
            </a:pPr>
            <a:r>
              <a:rPr lang="ru-RU" sz="1200"/>
              <a:t>weights/cnn_lstm/of/NKE/window_01.pt</a:t>
            </a:r>
            <a:endParaRPr/>
          </a:p>
          <a:p>
            <a:pPr indent="0" lvl="0" marL="0" rtl="0" algn="l">
              <a:spcBef>
                <a:spcPts val="0"/>
              </a:spcBef>
              <a:spcAft>
                <a:spcPts val="0"/>
              </a:spcAft>
              <a:buSzPts val="1200"/>
              <a:buNone/>
            </a:pPr>
            <a:r>
              <a:rPr lang="ru-RU" sz="1200"/>
              <a:t>weights/cnn_lstm/of/NKE/window_02.pt</a:t>
            </a:r>
            <a:endParaRPr/>
          </a:p>
          <a:p>
            <a:pPr indent="0" lvl="0" marL="0" rtl="0" algn="l">
              <a:spcBef>
                <a:spcPts val="0"/>
              </a:spcBef>
              <a:spcAft>
                <a:spcPts val="0"/>
              </a:spcAft>
              <a:buSzPts val="1200"/>
              <a:buNone/>
            </a:pPr>
            <a:r>
              <a:rPr lang="ru-RU" sz="1200"/>
              <a:t>weights/cnn_lstm/of/NKE/window_03.pt</a:t>
            </a:r>
            <a:endParaRPr/>
          </a:p>
          <a:p>
            <a:pPr indent="0" lvl="0" marL="0" rtl="0" algn="l">
              <a:spcBef>
                <a:spcPts val="0"/>
              </a:spcBef>
              <a:spcAft>
                <a:spcPts val="0"/>
              </a:spcAft>
              <a:buSzPts val="1200"/>
              <a:buNone/>
            </a:pPr>
            <a:r>
              <a:rPr lang="ru-RU" sz="1200"/>
              <a:t>weights/cnn_lstm/of/OXY/window_01.pt</a:t>
            </a:r>
            <a:endParaRPr/>
          </a:p>
          <a:p>
            <a:pPr indent="0" lvl="0" marL="0" rtl="0" algn="l">
              <a:spcBef>
                <a:spcPts val="0"/>
              </a:spcBef>
              <a:spcAft>
                <a:spcPts val="0"/>
              </a:spcAft>
              <a:buSzPts val="1200"/>
              <a:buNone/>
            </a:pPr>
            <a:r>
              <a:rPr lang="ru-RU" sz="1200"/>
              <a:t>weights/cnn_lstm/of/OXY/window_02.pt</a:t>
            </a:r>
            <a:endParaRPr/>
          </a:p>
          <a:p>
            <a:pPr indent="0" lvl="0" marL="0" rtl="0" algn="l">
              <a:spcBef>
                <a:spcPts val="0"/>
              </a:spcBef>
              <a:spcAft>
                <a:spcPts val="0"/>
              </a:spcAft>
              <a:buSzPts val="1200"/>
              <a:buNone/>
            </a:pPr>
            <a:r>
              <a:rPr lang="ru-RU" sz="1200"/>
              <a:t>weights/cnn_lstm/of/OXY/window_03.pt</a:t>
            </a:r>
            <a:endParaRPr/>
          </a:p>
          <a:p>
            <a:pPr indent="0" lvl="0" marL="0" rtl="0" algn="l">
              <a:spcBef>
                <a:spcPts val="0"/>
              </a:spcBef>
              <a:spcAft>
                <a:spcPts val="0"/>
              </a:spcAft>
              <a:buSzPts val="1200"/>
              <a:buNone/>
            </a:pPr>
            <a:r>
              <a:rPr lang="ru-RU" sz="1200"/>
              <a:t>weights/cnn_lstm/of/UBER/window_01.pt</a:t>
            </a:r>
            <a:endParaRPr/>
          </a:p>
          <a:p>
            <a:pPr indent="0" lvl="0" marL="0" rtl="0" algn="l">
              <a:spcBef>
                <a:spcPts val="0"/>
              </a:spcBef>
              <a:spcAft>
                <a:spcPts val="0"/>
              </a:spcAft>
              <a:buSzPts val="1200"/>
              <a:buNone/>
            </a:pPr>
            <a:r>
              <a:rPr lang="ru-RU" sz="1200"/>
              <a:t>weights/cnn_lstm/of/UBER/window_02.pt</a:t>
            </a:r>
            <a:endParaRPr/>
          </a:p>
          <a:p>
            <a:pPr indent="0" lvl="0" marL="0" rtl="0" algn="l">
              <a:spcBef>
                <a:spcPts val="0"/>
              </a:spcBef>
              <a:spcAft>
                <a:spcPts val="0"/>
              </a:spcAft>
              <a:buSzPts val="1200"/>
              <a:buNone/>
            </a:pPr>
            <a:r>
              <a:rPr lang="ru-RU" sz="1200"/>
              <a:t>weights/cnn_lstm/of/UBER/window_03.pt</a:t>
            </a:r>
            <a:endParaRPr/>
          </a:p>
          <a:p>
            <a:pPr indent="0" lvl="0" marL="0" rtl="0" algn="l">
              <a:spcBef>
                <a:spcPts val="0"/>
              </a:spcBef>
              <a:spcAft>
                <a:spcPts val="0"/>
              </a:spcAft>
              <a:buSzPts val="1200"/>
              <a:buNone/>
            </a:pPr>
            <a:r>
              <a:rPr lang="ru-RU" sz="1200"/>
              <a:t>weights/cnn_lstm/of/USB/window_01.pt</a:t>
            </a:r>
            <a:endParaRPr/>
          </a:p>
          <a:p>
            <a:pPr indent="0" lvl="0" marL="0" rtl="0" algn="l">
              <a:spcBef>
                <a:spcPts val="0"/>
              </a:spcBef>
              <a:spcAft>
                <a:spcPts val="0"/>
              </a:spcAft>
              <a:buSzPts val="1200"/>
              <a:buNone/>
            </a:pPr>
            <a:r>
              <a:rPr lang="ru-RU" sz="1200"/>
              <a:t>weights/cnn_lstm/of/USB/window_02.pt</a:t>
            </a:r>
            <a:endParaRPr/>
          </a:p>
          <a:p>
            <a:pPr indent="0" lvl="0" marL="0" rtl="0" algn="l">
              <a:spcBef>
                <a:spcPts val="0"/>
              </a:spcBef>
              <a:spcAft>
                <a:spcPts val="0"/>
              </a:spcAft>
              <a:buSzPts val="1200"/>
              <a:buNone/>
            </a:pPr>
            <a:r>
              <a:rPr lang="ru-RU" sz="1200"/>
              <a:t>weights/cnn_lstm/of/USB/window_03.pt</a:t>
            </a:r>
            <a:endParaRPr/>
          </a:p>
          <a:p>
            <a:pPr indent="0" lvl="0" marL="0" rtl="0" algn="l">
              <a:spcBef>
                <a:spcPts val="0"/>
              </a:spcBef>
              <a:spcAft>
                <a:spcPts val="0"/>
              </a:spcAft>
              <a:buSzPts val="1200"/>
              <a:buNone/>
            </a:pPr>
            <a:r>
              <a:rPr lang="ru-RU" sz="1200"/>
              <a:t>weights/cnn_lstm/of/VZ/window_01.pt</a:t>
            </a:r>
            <a:endParaRPr/>
          </a:p>
          <a:p>
            <a:pPr indent="0" lvl="0" marL="0" rtl="0" algn="l">
              <a:spcBef>
                <a:spcPts val="0"/>
              </a:spcBef>
              <a:spcAft>
                <a:spcPts val="0"/>
              </a:spcAft>
              <a:buSzPts val="1200"/>
              <a:buNone/>
            </a:pPr>
            <a:r>
              <a:rPr lang="ru-RU" sz="1200"/>
              <a:t>weights/cnn_lstm/of/VZ/window_02.pt</a:t>
            </a:r>
            <a:endParaRPr/>
          </a:p>
          <a:p>
            <a:pPr indent="0" lvl="0" marL="0" rtl="0" algn="l">
              <a:spcBef>
                <a:spcPts val="0"/>
              </a:spcBef>
              <a:spcAft>
                <a:spcPts val="0"/>
              </a:spcAft>
              <a:buSzPts val="1200"/>
              <a:buNone/>
            </a:pPr>
            <a:r>
              <a:rPr lang="ru-RU" sz="1200"/>
              <a:t>weights/cnn_lstm/of/VZ/window_03.pt</a:t>
            </a:r>
            <a:endParaRPr/>
          </a:p>
          <a:p>
            <a:pPr indent="0" lvl="0" marL="0" rtl="0" algn="l">
              <a:spcBef>
                <a:spcPts val="0"/>
              </a:spcBef>
              <a:spcAft>
                <a:spcPts val="0"/>
              </a:spcAft>
              <a:buSzPts val="1200"/>
              <a:buNone/>
            </a:pPr>
            <a:r>
              <a:rPr lang="ru-RU" sz="1200"/>
              <a:t>weights/lstm/of/BAC/window_01.pt</a:t>
            </a:r>
            <a:endParaRPr/>
          </a:p>
          <a:p>
            <a:pPr indent="0" lvl="0" marL="0" rtl="0" algn="l">
              <a:spcBef>
                <a:spcPts val="0"/>
              </a:spcBef>
              <a:spcAft>
                <a:spcPts val="0"/>
              </a:spcAft>
              <a:buSzPts val="1200"/>
              <a:buNone/>
            </a:pPr>
            <a:r>
              <a:rPr lang="ru-RU" sz="1200"/>
              <a:t>weights/lstm/of/BAC/window_02.pt</a:t>
            </a:r>
            <a:endParaRPr/>
          </a:p>
          <a:p>
            <a:pPr indent="0" lvl="0" marL="0" rtl="0" algn="l">
              <a:spcBef>
                <a:spcPts val="0"/>
              </a:spcBef>
              <a:spcAft>
                <a:spcPts val="0"/>
              </a:spcAft>
              <a:buSzPts val="1200"/>
              <a:buNone/>
            </a:pPr>
            <a:r>
              <a:rPr lang="ru-RU" sz="1200"/>
              <a:t>weights/lstm/of/BAC/window_03.pt</a:t>
            </a:r>
            <a:endParaRPr/>
          </a:p>
          <a:p>
            <a:pPr indent="0" lvl="0" marL="0" rtl="0" algn="l">
              <a:spcBef>
                <a:spcPts val="0"/>
              </a:spcBef>
              <a:spcAft>
                <a:spcPts val="0"/>
              </a:spcAft>
              <a:buSzPts val="1200"/>
              <a:buNone/>
            </a:pPr>
            <a:r>
              <a:rPr lang="ru-RU" sz="1200"/>
              <a:t>weights/lstm/of/NKE/window_01.pt</a:t>
            </a:r>
            <a:endParaRPr/>
          </a:p>
          <a:p>
            <a:pPr indent="0" lvl="0" marL="0" rtl="0" algn="l">
              <a:spcBef>
                <a:spcPts val="0"/>
              </a:spcBef>
              <a:spcAft>
                <a:spcPts val="0"/>
              </a:spcAft>
              <a:buSzPts val="1200"/>
              <a:buNone/>
            </a:pPr>
            <a:r>
              <a:rPr lang="ru-RU" sz="1200"/>
              <a:t>weights/lstm/of/NKE/window_02.pt</a:t>
            </a:r>
            <a:endParaRPr/>
          </a:p>
          <a:p>
            <a:pPr indent="0" lvl="0" marL="0" rtl="0" algn="l">
              <a:spcBef>
                <a:spcPts val="0"/>
              </a:spcBef>
              <a:spcAft>
                <a:spcPts val="0"/>
              </a:spcAft>
              <a:buSzPts val="1200"/>
              <a:buNone/>
            </a:pPr>
            <a:r>
              <a:rPr lang="ru-RU" sz="1200"/>
              <a:t>weights/lstm/of/NKE/window_03.pt</a:t>
            </a:r>
            <a:endParaRPr/>
          </a:p>
          <a:p>
            <a:pPr indent="0" lvl="0" marL="0" rtl="0" algn="l">
              <a:spcBef>
                <a:spcPts val="0"/>
              </a:spcBef>
              <a:spcAft>
                <a:spcPts val="0"/>
              </a:spcAft>
              <a:buSzPts val="1200"/>
              <a:buNone/>
            </a:pPr>
            <a:r>
              <a:rPr lang="ru-RU" sz="1200"/>
              <a:t>weights/lstm/of/OXY/window_01.pt</a:t>
            </a:r>
            <a:endParaRPr/>
          </a:p>
          <a:p>
            <a:pPr indent="0" lvl="0" marL="0" rtl="0" algn="l">
              <a:spcBef>
                <a:spcPts val="0"/>
              </a:spcBef>
              <a:spcAft>
                <a:spcPts val="0"/>
              </a:spcAft>
              <a:buSzPts val="1200"/>
              <a:buNone/>
            </a:pPr>
            <a:r>
              <a:rPr lang="ru-RU" sz="1200"/>
              <a:t>weights/lstm/of/OXY/window_02.pt</a:t>
            </a:r>
            <a:endParaRPr/>
          </a:p>
          <a:p>
            <a:pPr indent="0" lvl="0" marL="0" rtl="0" algn="l">
              <a:spcBef>
                <a:spcPts val="0"/>
              </a:spcBef>
              <a:spcAft>
                <a:spcPts val="0"/>
              </a:spcAft>
              <a:buSzPts val="1200"/>
              <a:buNone/>
            </a:pPr>
            <a:r>
              <a:rPr lang="ru-RU" sz="1200"/>
              <a:t>weights/lstm/of/OXY/window_03.pt</a:t>
            </a:r>
            <a:endParaRPr/>
          </a:p>
          <a:p>
            <a:pPr indent="0" lvl="0" marL="0" rtl="0" algn="l">
              <a:spcBef>
                <a:spcPts val="0"/>
              </a:spcBef>
              <a:spcAft>
                <a:spcPts val="0"/>
              </a:spcAft>
              <a:buSzPts val="1200"/>
              <a:buNone/>
            </a:pPr>
            <a:r>
              <a:rPr lang="ru-RU" sz="1200"/>
              <a:t>weights/lstm/of/UBER/window_01.pt</a:t>
            </a:r>
            <a:endParaRPr/>
          </a:p>
          <a:p>
            <a:pPr indent="0" lvl="0" marL="0" rtl="0" algn="l">
              <a:spcBef>
                <a:spcPts val="0"/>
              </a:spcBef>
              <a:spcAft>
                <a:spcPts val="0"/>
              </a:spcAft>
              <a:buSzPts val="1200"/>
              <a:buNone/>
            </a:pPr>
            <a:r>
              <a:rPr lang="ru-RU" sz="1200"/>
              <a:t>weights/lstm/of/UBER/window_02.pt</a:t>
            </a:r>
            <a:endParaRPr/>
          </a:p>
          <a:p>
            <a:pPr indent="0" lvl="0" marL="0" rtl="0" algn="l">
              <a:spcBef>
                <a:spcPts val="0"/>
              </a:spcBef>
              <a:spcAft>
                <a:spcPts val="0"/>
              </a:spcAft>
              <a:buSzPts val="1200"/>
              <a:buNone/>
            </a:pPr>
            <a:r>
              <a:rPr lang="ru-RU" sz="1200"/>
              <a:t>weights/lstm/of/UBER/window_03.pt</a:t>
            </a:r>
            <a:endParaRPr/>
          </a:p>
          <a:p>
            <a:pPr indent="0" lvl="0" marL="0" rtl="0" algn="l">
              <a:spcBef>
                <a:spcPts val="0"/>
              </a:spcBef>
              <a:spcAft>
                <a:spcPts val="0"/>
              </a:spcAft>
              <a:buSzPts val="1200"/>
              <a:buNone/>
            </a:pPr>
            <a:r>
              <a:rPr lang="ru-RU" sz="1200"/>
              <a:t>weights/lstm/of/USB/window_01.pt</a:t>
            </a:r>
            <a:endParaRPr/>
          </a:p>
          <a:p>
            <a:pPr indent="0" lvl="0" marL="0" rtl="0" algn="l">
              <a:spcBef>
                <a:spcPts val="0"/>
              </a:spcBef>
              <a:spcAft>
                <a:spcPts val="0"/>
              </a:spcAft>
              <a:buSzPts val="1200"/>
              <a:buNone/>
            </a:pPr>
            <a:r>
              <a:rPr lang="ru-RU" sz="1200"/>
              <a:t>weights/lstm/of/USB/window_02.pt</a:t>
            </a:r>
            <a:endParaRPr/>
          </a:p>
          <a:p>
            <a:pPr indent="0" lvl="0" marL="0" rtl="0" algn="l">
              <a:spcBef>
                <a:spcPts val="0"/>
              </a:spcBef>
              <a:spcAft>
                <a:spcPts val="0"/>
              </a:spcAft>
              <a:buSzPts val="1200"/>
              <a:buNone/>
            </a:pPr>
            <a:r>
              <a:rPr lang="ru-RU" sz="1200"/>
              <a:t>weights/lstm/of/USB/window_03.pt</a:t>
            </a:r>
            <a:endParaRPr/>
          </a:p>
          <a:p>
            <a:pPr indent="0" lvl="0" marL="0" rtl="0" algn="l">
              <a:spcBef>
                <a:spcPts val="0"/>
              </a:spcBef>
              <a:spcAft>
                <a:spcPts val="0"/>
              </a:spcAft>
              <a:buSzPts val="1200"/>
              <a:buNone/>
            </a:pPr>
            <a:r>
              <a:rPr lang="ru-RU" sz="1200"/>
              <a:t>weights/lstm/of/VZ/window_01.pt</a:t>
            </a:r>
            <a:endParaRPr/>
          </a:p>
          <a:p>
            <a:pPr indent="0" lvl="0" marL="0" rtl="0" algn="l">
              <a:spcBef>
                <a:spcPts val="0"/>
              </a:spcBef>
              <a:spcAft>
                <a:spcPts val="0"/>
              </a:spcAft>
              <a:buSzPts val="1200"/>
              <a:buNone/>
            </a:pPr>
            <a:r>
              <a:rPr lang="ru-RU" sz="1200"/>
              <a:t>weights/lstm/of/VZ/window_02.pt</a:t>
            </a:r>
            <a:endParaRPr/>
          </a:p>
          <a:p>
            <a:pPr indent="0" lvl="0" marL="0" rtl="0" algn="l">
              <a:spcBef>
                <a:spcPts val="0"/>
              </a:spcBef>
              <a:spcAft>
                <a:spcPts val="0"/>
              </a:spcAft>
              <a:buSzPts val="1200"/>
              <a:buNone/>
            </a:pPr>
            <a:r>
              <a:rPr lang="ru-RU" sz="1200"/>
              <a:t>weights/lstm/of/VZ/window_03.pt</a:t>
            </a:r>
            <a:endParaRPr/>
          </a:p>
          <a:p>
            <a:pPr indent="0" lvl="0" marL="0" rtl="0" algn="l">
              <a:spcBef>
                <a:spcPts val="0"/>
              </a:spcBef>
              <a:spcAft>
                <a:spcPts val="0"/>
              </a:spcAft>
              <a:buSzPts val="1200"/>
              <a:buNone/>
            </a:pPr>
            <a:r>
              <a:rPr lang="ru-RU" sz="1200"/>
              <a:t>weights/lstm/ofi/BAC/window_01.pt</a:t>
            </a:r>
            <a:endParaRPr/>
          </a:p>
          <a:p>
            <a:pPr indent="0" lvl="0" marL="0" rtl="0" algn="l">
              <a:spcBef>
                <a:spcPts val="0"/>
              </a:spcBef>
              <a:spcAft>
                <a:spcPts val="0"/>
              </a:spcAft>
              <a:buSzPts val="1200"/>
              <a:buNone/>
            </a:pPr>
            <a:r>
              <a:rPr lang="ru-RU" sz="1200"/>
              <a:t>weights/lstm/ofi/BAC/window_02.pt</a:t>
            </a:r>
            <a:endParaRPr/>
          </a:p>
          <a:p>
            <a:pPr indent="0" lvl="0" marL="0" rtl="0" algn="l">
              <a:spcBef>
                <a:spcPts val="0"/>
              </a:spcBef>
              <a:spcAft>
                <a:spcPts val="0"/>
              </a:spcAft>
              <a:buSzPts val="1200"/>
              <a:buNone/>
            </a:pPr>
            <a:r>
              <a:rPr lang="ru-RU" sz="1200"/>
              <a:t>weights/lstm/ofi/BAC/window_03.pt</a:t>
            </a:r>
            <a:endParaRPr/>
          </a:p>
          <a:p>
            <a:pPr indent="0" lvl="0" marL="0" rtl="0" algn="l">
              <a:spcBef>
                <a:spcPts val="0"/>
              </a:spcBef>
              <a:spcAft>
                <a:spcPts val="0"/>
              </a:spcAft>
              <a:buSzPts val="1200"/>
              <a:buNone/>
            </a:pPr>
            <a:r>
              <a:rPr lang="ru-RU" sz="1200"/>
              <a:t>weights/lstm/ofi/NKE/window_01.pt</a:t>
            </a:r>
            <a:endParaRPr/>
          </a:p>
          <a:p>
            <a:pPr indent="0" lvl="0" marL="0" rtl="0" algn="l">
              <a:spcBef>
                <a:spcPts val="0"/>
              </a:spcBef>
              <a:spcAft>
                <a:spcPts val="0"/>
              </a:spcAft>
              <a:buSzPts val="1200"/>
              <a:buNone/>
            </a:pPr>
            <a:r>
              <a:rPr lang="ru-RU" sz="1200"/>
              <a:t>weights/lstm/ofi/NKE/window_02.pt</a:t>
            </a:r>
            <a:endParaRPr/>
          </a:p>
          <a:p>
            <a:pPr indent="0" lvl="0" marL="0" rtl="0" algn="l">
              <a:spcBef>
                <a:spcPts val="0"/>
              </a:spcBef>
              <a:spcAft>
                <a:spcPts val="0"/>
              </a:spcAft>
              <a:buSzPts val="1200"/>
              <a:buNone/>
            </a:pPr>
            <a:r>
              <a:rPr lang="ru-RU" sz="1200"/>
              <a:t>weights/lstm/ofi/NKE/window_03.pt</a:t>
            </a:r>
            <a:endParaRPr/>
          </a:p>
          <a:p>
            <a:pPr indent="0" lvl="0" marL="0" rtl="0" algn="l">
              <a:spcBef>
                <a:spcPts val="0"/>
              </a:spcBef>
              <a:spcAft>
                <a:spcPts val="0"/>
              </a:spcAft>
              <a:buSzPts val="1200"/>
              <a:buNone/>
            </a:pPr>
            <a:r>
              <a:rPr lang="ru-RU" sz="1200"/>
              <a:t>weights/lstm/ofi/OXY/window_01.pt</a:t>
            </a:r>
            <a:endParaRPr/>
          </a:p>
          <a:p>
            <a:pPr indent="0" lvl="0" marL="0" rtl="0" algn="l">
              <a:spcBef>
                <a:spcPts val="0"/>
              </a:spcBef>
              <a:spcAft>
                <a:spcPts val="0"/>
              </a:spcAft>
              <a:buSzPts val="1200"/>
              <a:buNone/>
            </a:pPr>
            <a:r>
              <a:rPr lang="ru-RU" sz="1200"/>
              <a:t>weights/lstm/ofi/OXY/window_02.pt</a:t>
            </a:r>
            <a:endParaRPr/>
          </a:p>
          <a:p>
            <a:pPr indent="0" lvl="0" marL="0" rtl="0" algn="l">
              <a:spcBef>
                <a:spcPts val="0"/>
              </a:spcBef>
              <a:spcAft>
                <a:spcPts val="0"/>
              </a:spcAft>
              <a:buSzPts val="1200"/>
              <a:buNone/>
            </a:pPr>
            <a:r>
              <a:rPr lang="ru-RU" sz="1200"/>
              <a:t>weights/lstm/ofi/OXY/window_03.pt</a:t>
            </a:r>
            <a:endParaRPr/>
          </a:p>
          <a:p>
            <a:pPr indent="0" lvl="0" marL="0" rtl="0" algn="l">
              <a:spcBef>
                <a:spcPts val="0"/>
              </a:spcBef>
              <a:spcAft>
                <a:spcPts val="0"/>
              </a:spcAft>
              <a:buSzPts val="1200"/>
              <a:buNone/>
            </a:pPr>
            <a:r>
              <a:rPr lang="ru-RU" sz="1200"/>
              <a:t>weights/lstm/ofi/UBER/window_01.pt</a:t>
            </a:r>
            <a:endParaRPr/>
          </a:p>
          <a:p>
            <a:pPr indent="0" lvl="0" marL="0" rtl="0" algn="l">
              <a:spcBef>
                <a:spcPts val="0"/>
              </a:spcBef>
              <a:spcAft>
                <a:spcPts val="0"/>
              </a:spcAft>
              <a:buSzPts val="1200"/>
              <a:buNone/>
            </a:pPr>
            <a:r>
              <a:rPr lang="ru-RU" sz="1200"/>
              <a:t>weights/lstm/ofi/UBER/window_02.pt</a:t>
            </a:r>
            <a:endParaRPr/>
          </a:p>
          <a:p>
            <a:pPr indent="0" lvl="0" marL="0" rtl="0" algn="l">
              <a:spcBef>
                <a:spcPts val="0"/>
              </a:spcBef>
              <a:spcAft>
                <a:spcPts val="0"/>
              </a:spcAft>
              <a:buSzPts val="1200"/>
              <a:buNone/>
            </a:pPr>
            <a:r>
              <a:rPr lang="ru-RU" sz="1200"/>
              <a:t>weights/lstm/ofi/UBER/window_03.pt</a:t>
            </a:r>
            <a:endParaRPr/>
          </a:p>
          <a:p>
            <a:pPr indent="0" lvl="0" marL="0" rtl="0" algn="l">
              <a:spcBef>
                <a:spcPts val="0"/>
              </a:spcBef>
              <a:spcAft>
                <a:spcPts val="0"/>
              </a:spcAft>
              <a:buSzPts val="1200"/>
              <a:buNone/>
            </a:pPr>
            <a:r>
              <a:rPr lang="ru-RU" sz="1200"/>
              <a:t>weights/lstm/ofi/USB/window_01.pt</a:t>
            </a:r>
            <a:endParaRPr/>
          </a:p>
          <a:p>
            <a:pPr indent="0" lvl="0" marL="0" rtl="0" algn="l">
              <a:spcBef>
                <a:spcPts val="0"/>
              </a:spcBef>
              <a:spcAft>
                <a:spcPts val="0"/>
              </a:spcAft>
              <a:buSzPts val="1200"/>
              <a:buNone/>
            </a:pPr>
            <a:r>
              <a:rPr lang="ru-RU" sz="1200"/>
              <a:t>weights/lstm/ofi/USB/window_02.pt</a:t>
            </a:r>
            <a:endParaRPr/>
          </a:p>
          <a:p>
            <a:pPr indent="0" lvl="0" marL="0" rtl="0" algn="l">
              <a:spcBef>
                <a:spcPts val="0"/>
              </a:spcBef>
              <a:spcAft>
                <a:spcPts val="0"/>
              </a:spcAft>
              <a:buSzPts val="1200"/>
              <a:buNone/>
            </a:pPr>
            <a:r>
              <a:rPr lang="ru-RU" sz="1200"/>
              <a:t>weights/lstm/ofi/USB/window_03.pt</a:t>
            </a:r>
            <a:endParaRPr/>
          </a:p>
          <a:p>
            <a:pPr indent="0" lvl="0" marL="0" rtl="0" algn="l">
              <a:spcBef>
                <a:spcPts val="0"/>
              </a:spcBef>
              <a:spcAft>
                <a:spcPts val="0"/>
              </a:spcAft>
              <a:buSzPts val="1200"/>
              <a:buNone/>
            </a:pPr>
            <a:r>
              <a:rPr lang="ru-RU" sz="1200"/>
              <a:t>weights/lstm/ofi/VZ/window_01.pt</a:t>
            </a:r>
            <a:endParaRPr/>
          </a:p>
          <a:p>
            <a:pPr indent="0" lvl="0" marL="0" rtl="0" algn="l">
              <a:spcBef>
                <a:spcPts val="0"/>
              </a:spcBef>
              <a:spcAft>
                <a:spcPts val="0"/>
              </a:spcAft>
              <a:buSzPts val="1200"/>
              <a:buNone/>
            </a:pPr>
            <a:r>
              <a:rPr lang="ru-RU" sz="1200"/>
              <a:t>weights/lstm/ofi/VZ/window_02.pt</a:t>
            </a:r>
            <a:endParaRPr/>
          </a:p>
          <a:p>
            <a:pPr indent="0" lvl="0" marL="0" rtl="0" algn="l">
              <a:spcBef>
                <a:spcPts val="0"/>
              </a:spcBef>
              <a:spcAft>
                <a:spcPts val="0"/>
              </a:spcAft>
              <a:buSzPts val="1200"/>
              <a:buNone/>
            </a:pPr>
            <a:r>
              <a:rPr lang="ru-RU" sz="1200"/>
              <a:t>weights/lstm/ofi/VZ/window_03.pt</a:t>
            </a:r>
            <a:endParaRPr/>
          </a:p>
          <a:p>
            <a:pPr indent="0" lvl="0" marL="0" rtl="0" algn="l">
              <a:spcBef>
                <a:spcPts val="0"/>
              </a:spcBef>
              <a:spcAft>
                <a:spcPts val="0"/>
              </a:spcAft>
              <a:buSzPts val="1200"/>
              <a:buNone/>
            </a:pPr>
            <a:r>
              <a:rPr lang="ru-RU" sz="1200"/>
              <a:t>weights/lstm3/of/BAC/window_01.pt</a:t>
            </a:r>
            <a:endParaRPr/>
          </a:p>
          <a:p>
            <a:pPr indent="0" lvl="0" marL="0" rtl="0" algn="l">
              <a:spcBef>
                <a:spcPts val="0"/>
              </a:spcBef>
              <a:spcAft>
                <a:spcPts val="0"/>
              </a:spcAft>
              <a:buSzPts val="1200"/>
              <a:buNone/>
            </a:pPr>
            <a:r>
              <a:rPr lang="ru-RU" sz="1200"/>
              <a:t>weights/lstm3/of/BAC/window_02.pt</a:t>
            </a:r>
            <a:endParaRPr/>
          </a:p>
          <a:p>
            <a:pPr indent="0" lvl="0" marL="0" rtl="0" algn="l">
              <a:spcBef>
                <a:spcPts val="0"/>
              </a:spcBef>
              <a:spcAft>
                <a:spcPts val="0"/>
              </a:spcAft>
              <a:buSzPts val="1200"/>
              <a:buNone/>
            </a:pPr>
            <a:r>
              <a:rPr lang="ru-RU" sz="1200"/>
              <a:t>weights/lstm3/of/BAC/window_03.pt</a:t>
            </a:r>
            <a:endParaRPr/>
          </a:p>
          <a:p>
            <a:pPr indent="0" lvl="0" marL="0" rtl="0" algn="l">
              <a:spcBef>
                <a:spcPts val="0"/>
              </a:spcBef>
              <a:spcAft>
                <a:spcPts val="0"/>
              </a:spcAft>
              <a:buSzPts val="1200"/>
              <a:buNone/>
            </a:pPr>
            <a:r>
              <a:rPr lang="ru-RU" sz="1200"/>
              <a:t>weights/lstm3/of/NKE/window_01.pt</a:t>
            </a:r>
            <a:endParaRPr/>
          </a:p>
          <a:p>
            <a:pPr indent="0" lvl="0" marL="0" rtl="0" algn="l">
              <a:spcBef>
                <a:spcPts val="0"/>
              </a:spcBef>
              <a:spcAft>
                <a:spcPts val="0"/>
              </a:spcAft>
              <a:buSzPts val="1200"/>
              <a:buNone/>
            </a:pPr>
            <a:r>
              <a:rPr lang="ru-RU" sz="1200"/>
              <a:t>weights/lstm3/of/NKE/window_02.pt</a:t>
            </a:r>
            <a:endParaRPr/>
          </a:p>
          <a:p>
            <a:pPr indent="0" lvl="0" marL="0" rtl="0" algn="l">
              <a:spcBef>
                <a:spcPts val="0"/>
              </a:spcBef>
              <a:spcAft>
                <a:spcPts val="0"/>
              </a:spcAft>
              <a:buSzPts val="1200"/>
              <a:buNone/>
            </a:pPr>
            <a:r>
              <a:rPr lang="ru-RU" sz="1200"/>
              <a:t>weights/lstm3/of/NKE/window_03.pt</a:t>
            </a:r>
            <a:endParaRPr/>
          </a:p>
          <a:p>
            <a:pPr indent="0" lvl="0" marL="0" rtl="0" algn="l">
              <a:spcBef>
                <a:spcPts val="0"/>
              </a:spcBef>
              <a:spcAft>
                <a:spcPts val="0"/>
              </a:spcAft>
              <a:buSzPts val="1200"/>
              <a:buNone/>
            </a:pPr>
            <a:r>
              <a:rPr lang="ru-RU" sz="1200"/>
              <a:t>weights/lstm3/of/OXY/window_01.pt</a:t>
            </a:r>
            <a:endParaRPr/>
          </a:p>
          <a:p>
            <a:pPr indent="0" lvl="0" marL="0" rtl="0" algn="l">
              <a:spcBef>
                <a:spcPts val="0"/>
              </a:spcBef>
              <a:spcAft>
                <a:spcPts val="0"/>
              </a:spcAft>
              <a:buSzPts val="1200"/>
              <a:buNone/>
            </a:pPr>
            <a:r>
              <a:rPr lang="ru-RU" sz="1200"/>
              <a:t>weights/lstm3/of/OXY/window_02.pt</a:t>
            </a:r>
            <a:endParaRPr/>
          </a:p>
          <a:p>
            <a:pPr indent="0" lvl="0" marL="0" rtl="0" algn="l">
              <a:spcBef>
                <a:spcPts val="0"/>
              </a:spcBef>
              <a:spcAft>
                <a:spcPts val="0"/>
              </a:spcAft>
              <a:buSzPts val="1200"/>
              <a:buNone/>
            </a:pPr>
            <a:r>
              <a:rPr lang="ru-RU" sz="1200"/>
              <a:t>weights/lstm3/of/OXY/window_03.pt</a:t>
            </a:r>
            <a:endParaRPr/>
          </a:p>
          <a:p>
            <a:pPr indent="0" lvl="0" marL="0" rtl="0" algn="l">
              <a:spcBef>
                <a:spcPts val="0"/>
              </a:spcBef>
              <a:spcAft>
                <a:spcPts val="0"/>
              </a:spcAft>
              <a:buSzPts val="1200"/>
              <a:buNone/>
            </a:pPr>
            <a:r>
              <a:rPr lang="ru-RU" sz="1200"/>
              <a:t>weights/lstm3/of/UBER/window_01.pt</a:t>
            </a:r>
            <a:endParaRPr/>
          </a:p>
          <a:p>
            <a:pPr indent="0" lvl="0" marL="0" rtl="0" algn="l">
              <a:spcBef>
                <a:spcPts val="0"/>
              </a:spcBef>
              <a:spcAft>
                <a:spcPts val="0"/>
              </a:spcAft>
              <a:buSzPts val="1200"/>
              <a:buNone/>
            </a:pPr>
            <a:r>
              <a:rPr lang="ru-RU" sz="1200"/>
              <a:t>weights/lstm3/of/UBER/window_02.pt</a:t>
            </a:r>
            <a:endParaRPr/>
          </a:p>
          <a:p>
            <a:pPr indent="0" lvl="0" marL="0" rtl="0" algn="l">
              <a:spcBef>
                <a:spcPts val="0"/>
              </a:spcBef>
              <a:spcAft>
                <a:spcPts val="0"/>
              </a:spcAft>
              <a:buSzPts val="1200"/>
              <a:buNone/>
            </a:pPr>
            <a:r>
              <a:rPr lang="ru-RU" sz="1200"/>
              <a:t>weights/lstm3/of/UBER/window_03.pt</a:t>
            </a:r>
            <a:endParaRPr/>
          </a:p>
          <a:p>
            <a:pPr indent="0" lvl="0" marL="0" rtl="0" algn="l">
              <a:spcBef>
                <a:spcPts val="0"/>
              </a:spcBef>
              <a:spcAft>
                <a:spcPts val="0"/>
              </a:spcAft>
              <a:buSzPts val="1200"/>
              <a:buNone/>
            </a:pPr>
            <a:r>
              <a:rPr lang="ru-RU" sz="1200"/>
              <a:t>weights/lstm3/of/USB/window_01.pt</a:t>
            </a:r>
            <a:endParaRPr/>
          </a:p>
          <a:p>
            <a:pPr indent="0" lvl="0" marL="0" rtl="0" algn="l">
              <a:spcBef>
                <a:spcPts val="0"/>
              </a:spcBef>
              <a:spcAft>
                <a:spcPts val="0"/>
              </a:spcAft>
              <a:buSzPts val="1200"/>
              <a:buNone/>
            </a:pPr>
            <a:r>
              <a:rPr lang="ru-RU" sz="1200"/>
              <a:t>weights/lstm3/of/USB/window_02.pt</a:t>
            </a:r>
            <a:endParaRPr/>
          </a:p>
          <a:p>
            <a:pPr indent="0" lvl="0" marL="0" rtl="0" algn="l">
              <a:spcBef>
                <a:spcPts val="0"/>
              </a:spcBef>
              <a:spcAft>
                <a:spcPts val="0"/>
              </a:spcAft>
              <a:buSzPts val="1200"/>
              <a:buNone/>
            </a:pPr>
            <a:r>
              <a:rPr lang="ru-RU" sz="1200"/>
              <a:t>weights/lstm3/of/USB/window_03.pt</a:t>
            </a:r>
            <a:endParaRPr/>
          </a:p>
          <a:p>
            <a:pPr indent="0" lvl="0" marL="0" rtl="0" algn="l">
              <a:spcBef>
                <a:spcPts val="0"/>
              </a:spcBef>
              <a:spcAft>
                <a:spcPts val="0"/>
              </a:spcAft>
              <a:buSzPts val="1200"/>
              <a:buNone/>
            </a:pPr>
            <a:r>
              <a:rPr lang="ru-RU" sz="1200"/>
              <a:t>weights/lstm3/of/VZ/window_01.pt</a:t>
            </a:r>
            <a:endParaRPr/>
          </a:p>
          <a:p>
            <a:pPr indent="0" lvl="0" marL="0" rtl="0" algn="l">
              <a:spcBef>
                <a:spcPts val="0"/>
              </a:spcBef>
              <a:spcAft>
                <a:spcPts val="0"/>
              </a:spcAft>
              <a:buSzPts val="1200"/>
              <a:buNone/>
            </a:pPr>
            <a:r>
              <a:rPr lang="ru-RU" sz="1200"/>
              <a:t>weights/lstm3/of/VZ/window_02.pt</a:t>
            </a:r>
            <a:endParaRPr/>
          </a:p>
          <a:p>
            <a:pPr indent="0" lvl="0" marL="0" rtl="0" algn="l">
              <a:spcBef>
                <a:spcPts val="0"/>
              </a:spcBef>
              <a:spcAft>
                <a:spcPts val="0"/>
              </a:spcAft>
              <a:buSzPts val="1200"/>
              <a:buNone/>
            </a:pPr>
            <a:r>
              <a:rPr lang="ru-RU" sz="1200"/>
              <a:t>weights/lstm3/of/VZ/window_03.pt</a:t>
            </a:r>
            <a:endParaRPr/>
          </a:p>
          <a:p>
            <a:pPr indent="0" lvl="0" marL="0" rtl="0" algn="l">
              <a:spcBef>
                <a:spcPts val="0"/>
              </a:spcBef>
              <a:spcAft>
                <a:spcPts val="0"/>
              </a:spcAft>
              <a:buSzPts val="1200"/>
              <a:buNone/>
            </a:pPr>
            <a:r>
              <a:rPr lang="ru-RU" sz="1200"/>
              <a:t>weights/lstm_mlp/of/BAC/window_01.pt</a:t>
            </a:r>
            <a:endParaRPr/>
          </a:p>
          <a:p>
            <a:pPr indent="0" lvl="0" marL="0" rtl="0" algn="l">
              <a:spcBef>
                <a:spcPts val="0"/>
              </a:spcBef>
              <a:spcAft>
                <a:spcPts val="0"/>
              </a:spcAft>
              <a:buSzPts val="1200"/>
              <a:buNone/>
            </a:pPr>
            <a:r>
              <a:rPr lang="ru-RU" sz="1200"/>
              <a:t>weights/lstm_mlp/of/BAC/window_02.pt</a:t>
            </a:r>
            <a:endParaRPr/>
          </a:p>
          <a:p>
            <a:pPr indent="0" lvl="0" marL="0" rtl="0" algn="l">
              <a:spcBef>
                <a:spcPts val="0"/>
              </a:spcBef>
              <a:spcAft>
                <a:spcPts val="0"/>
              </a:spcAft>
              <a:buSzPts val="1200"/>
              <a:buNone/>
            </a:pPr>
            <a:r>
              <a:rPr lang="ru-RU" sz="1200"/>
              <a:t>weights/lstm_mlp/of/BAC/window_03.pt</a:t>
            </a:r>
            <a:endParaRPr/>
          </a:p>
          <a:p>
            <a:pPr indent="0" lvl="0" marL="0" rtl="0" algn="l">
              <a:spcBef>
                <a:spcPts val="0"/>
              </a:spcBef>
              <a:spcAft>
                <a:spcPts val="0"/>
              </a:spcAft>
              <a:buSzPts val="1200"/>
              <a:buNone/>
            </a:pPr>
            <a:r>
              <a:rPr lang="ru-RU" sz="1200"/>
              <a:t>weights/lstm_mlp/of/NKE/window_01.pt</a:t>
            </a:r>
            <a:endParaRPr/>
          </a:p>
          <a:p>
            <a:pPr indent="0" lvl="0" marL="0" rtl="0" algn="l">
              <a:spcBef>
                <a:spcPts val="0"/>
              </a:spcBef>
              <a:spcAft>
                <a:spcPts val="0"/>
              </a:spcAft>
              <a:buSzPts val="1200"/>
              <a:buNone/>
            </a:pPr>
            <a:r>
              <a:rPr lang="ru-RU" sz="1200"/>
              <a:t>weights/lstm_mlp/of/NKE/window_02.pt</a:t>
            </a:r>
            <a:endParaRPr/>
          </a:p>
          <a:p>
            <a:pPr indent="0" lvl="0" marL="0" rtl="0" algn="l">
              <a:spcBef>
                <a:spcPts val="0"/>
              </a:spcBef>
              <a:spcAft>
                <a:spcPts val="0"/>
              </a:spcAft>
              <a:buSzPts val="1200"/>
              <a:buNone/>
            </a:pPr>
            <a:r>
              <a:rPr lang="ru-RU" sz="1200"/>
              <a:t>weights/lstm_mlp/of/NKE/window_03.pt</a:t>
            </a:r>
            <a:endParaRPr/>
          </a:p>
          <a:p>
            <a:pPr indent="0" lvl="0" marL="0" rtl="0" algn="l">
              <a:spcBef>
                <a:spcPts val="0"/>
              </a:spcBef>
              <a:spcAft>
                <a:spcPts val="0"/>
              </a:spcAft>
              <a:buSzPts val="1200"/>
              <a:buNone/>
            </a:pPr>
            <a:r>
              <a:rPr lang="ru-RU" sz="1200"/>
              <a:t>weights/lstm_mlp/of/OXY/window_01.pt</a:t>
            </a:r>
            <a:endParaRPr/>
          </a:p>
          <a:p>
            <a:pPr indent="0" lvl="0" marL="0" rtl="0" algn="l">
              <a:spcBef>
                <a:spcPts val="0"/>
              </a:spcBef>
              <a:spcAft>
                <a:spcPts val="0"/>
              </a:spcAft>
              <a:buSzPts val="1200"/>
              <a:buNone/>
            </a:pPr>
            <a:r>
              <a:rPr lang="ru-RU" sz="1200"/>
              <a:t>weights/lstm_mlp/of/OXY/window_02.pt</a:t>
            </a:r>
            <a:endParaRPr/>
          </a:p>
          <a:p>
            <a:pPr indent="0" lvl="0" marL="0" rtl="0" algn="l">
              <a:spcBef>
                <a:spcPts val="0"/>
              </a:spcBef>
              <a:spcAft>
                <a:spcPts val="0"/>
              </a:spcAft>
              <a:buSzPts val="1200"/>
              <a:buNone/>
            </a:pPr>
            <a:r>
              <a:rPr lang="ru-RU" sz="1200"/>
              <a:t>weights/lstm_mlp/of/OXY/window_03.pt</a:t>
            </a:r>
            <a:endParaRPr/>
          </a:p>
          <a:p>
            <a:pPr indent="0" lvl="0" marL="0" rtl="0" algn="l">
              <a:spcBef>
                <a:spcPts val="0"/>
              </a:spcBef>
              <a:spcAft>
                <a:spcPts val="0"/>
              </a:spcAft>
              <a:buSzPts val="1200"/>
              <a:buNone/>
            </a:pPr>
            <a:r>
              <a:rPr lang="ru-RU" sz="1200"/>
              <a:t>weights/lstm_mlp/of/UBER/window_01.pt</a:t>
            </a:r>
            <a:endParaRPr/>
          </a:p>
          <a:p>
            <a:pPr indent="0" lvl="0" marL="0" rtl="0" algn="l">
              <a:spcBef>
                <a:spcPts val="0"/>
              </a:spcBef>
              <a:spcAft>
                <a:spcPts val="0"/>
              </a:spcAft>
              <a:buSzPts val="1200"/>
              <a:buNone/>
            </a:pPr>
            <a:r>
              <a:rPr lang="ru-RU" sz="1200"/>
              <a:t>weights/lstm_mlp/of/UBER/window_02.pt</a:t>
            </a:r>
            <a:endParaRPr/>
          </a:p>
          <a:p>
            <a:pPr indent="0" lvl="0" marL="0" rtl="0" algn="l">
              <a:spcBef>
                <a:spcPts val="0"/>
              </a:spcBef>
              <a:spcAft>
                <a:spcPts val="0"/>
              </a:spcAft>
              <a:buSzPts val="1200"/>
              <a:buNone/>
            </a:pPr>
            <a:r>
              <a:rPr lang="ru-RU" sz="1200"/>
              <a:t>weights/lstm_mlp/of/UBER/window_03.pt</a:t>
            </a:r>
            <a:endParaRPr/>
          </a:p>
          <a:p>
            <a:pPr indent="0" lvl="0" marL="0" rtl="0" algn="l">
              <a:spcBef>
                <a:spcPts val="0"/>
              </a:spcBef>
              <a:spcAft>
                <a:spcPts val="0"/>
              </a:spcAft>
              <a:buSzPts val="1200"/>
              <a:buNone/>
            </a:pPr>
            <a:r>
              <a:rPr lang="ru-RU" sz="1200"/>
              <a:t>weights/lstm_mlp/of/USB/window_01.pt</a:t>
            </a:r>
            <a:endParaRPr/>
          </a:p>
          <a:p>
            <a:pPr indent="0" lvl="0" marL="0" rtl="0" algn="l">
              <a:spcBef>
                <a:spcPts val="0"/>
              </a:spcBef>
              <a:spcAft>
                <a:spcPts val="0"/>
              </a:spcAft>
              <a:buSzPts val="1200"/>
              <a:buNone/>
            </a:pPr>
            <a:r>
              <a:rPr lang="ru-RU" sz="1200"/>
              <a:t>weights/lstm_mlp/of/USB/window_02.pt</a:t>
            </a:r>
            <a:endParaRPr/>
          </a:p>
          <a:p>
            <a:pPr indent="0" lvl="0" marL="0" rtl="0" algn="l">
              <a:spcBef>
                <a:spcPts val="0"/>
              </a:spcBef>
              <a:spcAft>
                <a:spcPts val="0"/>
              </a:spcAft>
              <a:buSzPts val="1200"/>
              <a:buNone/>
            </a:pPr>
            <a:r>
              <a:rPr lang="ru-RU" sz="1200"/>
              <a:t>weights/lstm_mlp/of/USB/window_03.pt</a:t>
            </a:r>
            <a:endParaRPr/>
          </a:p>
          <a:p>
            <a:pPr indent="0" lvl="0" marL="0" rtl="0" algn="l">
              <a:spcBef>
                <a:spcPts val="0"/>
              </a:spcBef>
              <a:spcAft>
                <a:spcPts val="0"/>
              </a:spcAft>
              <a:buSzPts val="1200"/>
              <a:buNone/>
            </a:pPr>
            <a:r>
              <a:rPr lang="ru-RU" sz="1200"/>
              <a:t>weights/lstm_mlp/of/VZ/window_01.pt</a:t>
            </a:r>
            <a:endParaRPr/>
          </a:p>
          <a:p>
            <a:pPr indent="0" lvl="0" marL="0" rtl="0" algn="l">
              <a:spcBef>
                <a:spcPts val="0"/>
              </a:spcBef>
              <a:spcAft>
                <a:spcPts val="0"/>
              </a:spcAft>
              <a:buSzPts val="1200"/>
              <a:buNone/>
            </a:pPr>
            <a:r>
              <a:rPr lang="ru-RU" sz="1200"/>
              <a:t>weights/lstm_mlp/of/VZ/window_02.pt</a:t>
            </a:r>
            <a:endParaRPr/>
          </a:p>
          <a:p>
            <a:pPr indent="0" lvl="0" marL="0" rtl="0" algn="l">
              <a:spcBef>
                <a:spcPts val="0"/>
              </a:spcBef>
              <a:spcAft>
                <a:spcPts val="0"/>
              </a:spcAft>
              <a:buSzPts val="1200"/>
              <a:buNone/>
            </a:pPr>
            <a:r>
              <a:rPr lang="ru-RU" sz="1200"/>
              <a:t>weights/lstm_mlp/of/VZ/window_03.pt</a:t>
            </a:r>
            <a:endParaRPr/>
          </a:p>
          <a:p>
            <a:pPr indent="0" lvl="0" marL="0" rtl="0" algn="l">
              <a:spcBef>
                <a:spcPts val="0"/>
              </a:spcBef>
              <a:spcAft>
                <a:spcPts val="0"/>
              </a:spcAft>
              <a:buSzPts val="1200"/>
              <a:buNone/>
            </a:pPr>
            <a:r>
              <a:rPr lang="ru-RU" sz="1200"/>
              <a:t>weights/mlp/lob/BAC/window_01.pt</a:t>
            </a:r>
            <a:endParaRPr/>
          </a:p>
          <a:p>
            <a:pPr indent="0" lvl="0" marL="0" rtl="0" algn="l">
              <a:spcBef>
                <a:spcPts val="0"/>
              </a:spcBef>
              <a:spcAft>
                <a:spcPts val="0"/>
              </a:spcAft>
              <a:buSzPts val="1200"/>
              <a:buNone/>
            </a:pPr>
            <a:r>
              <a:rPr lang="ru-RU" sz="1200"/>
              <a:t>weights/mlp/lob/BAC/window_02.pt</a:t>
            </a:r>
            <a:endParaRPr/>
          </a:p>
          <a:p>
            <a:pPr indent="0" lvl="0" marL="0" rtl="0" algn="l">
              <a:spcBef>
                <a:spcPts val="0"/>
              </a:spcBef>
              <a:spcAft>
                <a:spcPts val="0"/>
              </a:spcAft>
              <a:buSzPts val="1200"/>
              <a:buNone/>
            </a:pPr>
            <a:r>
              <a:rPr lang="ru-RU" sz="1200"/>
              <a:t>weights/mlp/lob/BAC/window_03.pt</a:t>
            </a:r>
            <a:endParaRPr/>
          </a:p>
          <a:p>
            <a:pPr indent="0" lvl="0" marL="0" rtl="0" algn="l">
              <a:spcBef>
                <a:spcPts val="0"/>
              </a:spcBef>
              <a:spcAft>
                <a:spcPts val="0"/>
              </a:spcAft>
              <a:buSzPts val="1200"/>
              <a:buNone/>
            </a:pPr>
            <a:r>
              <a:rPr lang="ru-RU" sz="1200"/>
              <a:t>weights/mlp/lob/NKE/window_01.pt</a:t>
            </a:r>
            <a:endParaRPr/>
          </a:p>
          <a:p>
            <a:pPr indent="0" lvl="0" marL="0" rtl="0" algn="l">
              <a:spcBef>
                <a:spcPts val="0"/>
              </a:spcBef>
              <a:spcAft>
                <a:spcPts val="0"/>
              </a:spcAft>
              <a:buSzPts val="1200"/>
              <a:buNone/>
            </a:pPr>
            <a:r>
              <a:rPr lang="ru-RU" sz="1200"/>
              <a:t>weights/mlp/lob/NKE/window_02.pt</a:t>
            </a:r>
            <a:endParaRPr/>
          </a:p>
          <a:p>
            <a:pPr indent="0" lvl="0" marL="0" rtl="0" algn="l">
              <a:spcBef>
                <a:spcPts val="0"/>
              </a:spcBef>
              <a:spcAft>
                <a:spcPts val="0"/>
              </a:spcAft>
              <a:buSzPts val="1200"/>
              <a:buNone/>
            </a:pPr>
            <a:r>
              <a:rPr lang="ru-RU" sz="1200"/>
              <a:t>weights/mlp/lob/NKE/window_03.pt</a:t>
            </a:r>
            <a:endParaRPr/>
          </a:p>
          <a:p>
            <a:pPr indent="0" lvl="0" marL="0" rtl="0" algn="l">
              <a:spcBef>
                <a:spcPts val="0"/>
              </a:spcBef>
              <a:spcAft>
                <a:spcPts val="0"/>
              </a:spcAft>
              <a:buSzPts val="1200"/>
              <a:buNone/>
            </a:pPr>
            <a:r>
              <a:rPr lang="ru-RU" sz="1200"/>
              <a:t>weights/mlp/lob/OXY/window_01.pt</a:t>
            </a:r>
            <a:endParaRPr/>
          </a:p>
          <a:p>
            <a:pPr indent="0" lvl="0" marL="0" rtl="0" algn="l">
              <a:spcBef>
                <a:spcPts val="0"/>
              </a:spcBef>
              <a:spcAft>
                <a:spcPts val="0"/>
              </a:spcAft>
              <a:buSzPts val="1200"/>
              <a:buNone/>
            </a:pPr>
            <a:r>
              <a:rPr lang="ru-RU" sz="1200"/>
              <a:t>weights/mlp/lob/OXY/window_02.pt</a:t>
            </a:r>
            <a:endParaRPr/>
          </a:p>
          <a:p>
            <a:pPr indent="0" lvl="0" marL="0" rtl="0" algn="l">
              <a:spcBef>
                <a:spcPts val="0"/>
              </a:spcBef>
              <a:spcAft>
                <a:spcPts val="0"/>
              </a:spcAft>
              <a:buSzPts val="1200"/>
              <a:buNone/>
            </a:pPr>
            <a:r>
              <a:rPr lang="ru-RU" sz="1200"/>
              <a:t>weights/mlp/lob/OXY/window_03.pt</a:t>
            </a:r>
            <a:endParaRPr/>
          </a:p>
          <a:p>
            <a:pPr indent="0" lvl="0" marL="0" rtl="0" algn="l">
              <a:spcBef>
                <a:spcPts val="0"/>
              </a:spcBef>
              <a:spcAft>
                <a:spcPts val="0"/>
              </a:spcAft>
              <a:buSzPts val="1200"/>
              <a:buNone/>
            </a:pPr>
            <a:r>
              <a:rPr lang="ru-RU" sz="1200"/>
              <a:t>weights/mlp/lob/UBER/window_01.pt</a:t>
            </a:r>
            <a:endParaRPr/>
          </a:p>
          <a:p>
            <a:pPr indent="0" lvl="0" marL="0" rtl="0" algn="l">
              <a:spcBef>
                <a:spcPts val="0"/>
              </a:spcBef>
              <a:spcAft>
                <a:spcPts val="0"/>
              </a:spcAft>
              <a:buSzPts val="1200"/>
              <a:buNone/>
            </a:pPr>
            <a:r>
              <a:rPr lang="ru-RU" sz="1200"/>
              <a:t>weights/mlp/lob/UBER/window_02.pt</a:t>
            </a:r>
            <a:endParaRPr/>
          </a:p>
          <a:p>
            <a:pPr indent="0" lvl="0" marL="0" rtl="0" algn="l">
              <a:spcBef>
                <a:spcPts val="0"/>
              </a:spcBef>
              <a:spcAft>
                <a:spcPts val="0"/>
              </a:spcAft>
              <a:buSzPts val="1200"/>
              <a:buNone/>
            </a:pPr>
            <a:r>
              <a:rPr lang="ru-RU" sz="1200"/>
              <a:t>weights/mlp/lob/UBER/window_03.pt</a:t>
            </a:r>
            <a:endParaRPr/>
          </a:p>
          <a:p>
            <a:pPr indent="0" lvl="0" marL="0" rtl="0" algn="l">
              <a:spcBef>
                <a:spcPts val="0"/>
              </a:spcBef>
              <a:spcAft>
                <a:spcPts val="0"/>
              </a:spcAft>
              <a:buSzPts val="1200"/>
              <a:buNone/>
            </a:pPr>
            <a:r>
              <a:rPr lang="ru-RU" sz="1200"/>
              <a:t>weights/mlp/lob/USB/window_01.pt</a:t>
            </a:r>
            <a:endParaRPr/>
          </a:p>
          <a:p>
            <a:pPr indent="0" lvl="0" marL="0" rtl="0" algn="l">
              <a:spcBef>
                <a:spcPts val="0"/>
              </a:spcBef>
              <a:spcAft>
                <a:spcPts val="0"/>
              </a:spcAft>
              <a:buSzPts val="1200"/>
              <a:buNone/>
            </a:pPr>
            <a:r>
              <a:rPr lang="ru-RU" sz="1200"/>
              <a:t>weights/mlp/lob/USB/window_02.pt</a:t>
            </a:r>
            <a:endParaRPr/>
          </a:p>
          <a:p>
            <a:pPr indent="0" lvl="0" marL="0" rtl="0" algn="l">
              <a:spcBef>
                <a:spcPts val="0"/>
              </a:spcBef>
              <a:spcAft>
                <a:spcPts val="0"/>
              </a:spcAft>
              <a:buSzPts val="1200"/>
              <a:buNone/>
            </a:pPr>
            <a:r>
              <a:rPr lang="ru-RU" sz="1200"/>
              <a:t>weights/mlp/lob/USB/window_03.pt</a:t>
            </a:r>
            <a:endParaRPr/>
          </a:p>
          <a:p>
            <a:pPr indent="0" lvl="0" marL="0" rtl="0" algn="l">
              <a:spcBef>
                <a:spcPts val="0"/>
              </a:spcBef>
              <a:spcAft>
                <a:spcPts val="0"/>
              </a:spcAft>
              <a:buSzPts val="1200"/>
              <a:buNone/>
            </a:pPr>
            <a:r>
              <a:rPr lang="ru-RU" sz="1200"/>
              <a:t>weights/mlp/lob/VZ/window_01.pt</a:t>
            </a:r>
            <a:endParaRPr/>
          </a:p>
          <a:p>
            <a:pPr indent="0" lvl="0" marL="0" rtl="0" algn="l">
              <a:spcBef>
                <a:spcPts val="0"/>
              </a:spcBef>
              <a:spcAft>
                <a:spcPts val="0"/>
              </a:spcAft>
              <a:buSzPts val="1200"/>
              <a:buNone/>
            </a:pPr>
            <a:r>
              <a:rPr lang="ru-RU" sz="1200"/>
              <a:t>weights/mlp/lob/VZ/window_02.pt</a:t>
            </a:r>
            <a:endParaRPr/>
          </a:p>
          <a:p>
            <a:pPr indent="0" lvl="0" marL="0" rtl="0" algn="l">
              <a:spcBef>
                <a:spcPts val="0"/>
              </a:spcBef>
              <a:spcAft>
                <a:spcPts val="0"/>
              </a:spcAft>
              <a:buSzPts val="1200"/>
              <a:buNone/>
            </a:pPr>
            <a:r>
              <a:rPr lang="ru-RU" sz="1200"/>
              <a:t>weights/mlp/lob/VZ/window_03.pt</a:t>
            </a:r>
            <a:endParaRPr/>
          </a:p>
          <a:p>
            <a:pPr indent="0" lvl="0" marL="0" rtl="0" algn="l">
              <a:spcBef>
                <a:spcPts val="0"/>
              </a:spcBef>
              <a:spcAft>
                <a:spcPts val="0"/>
              </a:spcAft>
              <a:buSzPts val="1200"/>
              <a:buNone/>
            </a:pPr>
            <a:r>
              <a:rPr lang="ru-RU" sz="1200"/>
              <a:t>weights/mlp/of/BAC/window_01.pt</a:t>
            </a:r>
            <a:endParaRPr/>
          </a:p>
          <a:p>
            <a:pPr indent="0" lvl="0" marL="0" rtl="0" algn="l">
              <a:spcBef>
                <a:spcPts val="0"/>
              </a:spcBef>
              <a:spcAft>
                <a:spcPts val="0"/>
              </a:spcAft>
              <a:buSzPts val="1200"/>
              <a:buNone/>
            </a:pPr>
            <a:r>
              <a:rPr lang="ru-RU" sz="1200"/>
              <a:t>weights/mlp/of/BAC/window_02.pt</a:t>
            </a:r>
            <a:endParaRPr/>
          </a:p>
          <a:p>
            <a:pPr indent="0" lvl="0" marL="0" rtl="0" algn="l">
              <a:spcBef>
                <a:spcPts val="0"/>
              </a:spcBef>
              <a:spcAft>
                <a:spcPts val="0"/>
              </a:spcAft>
              <a:buSzPts val="1200"/>
              <a:buNone/>
            </a:pPr>
            <a:r>
              <a:rPr lang="ru-RU" sz="1200"/>
              <a:t>weights/mlp/of/BAC/window_03.pt</a:t>
            </a:r>
            <a:endParaRPr/>
          </a:p>
          <a:p>
            <a:pPr indent="0" lvl="0" marL="0" rtl="0" algn="l">
              <a:spcBef>
                <a:spcPts val="0"/>
              </a:spcBef>
              <a:spcAft>
                <a:spcPts val="0"/>
              </a:spcAft>
              <a:buSzPts val="1200"/>
              <a:buNone/>
            </a:pPr>
            <a:r>
              <a:rPr lang="ru-RU" sz="1200"/>
              <a:t>weights/mlp/of/NKE/window_01.pt</a:t>
            </a:r>
            <a:endParaRPr/>
          </a:p>
          <a:p>
            <a:pPr indent="0" lvl="0" marL="0" rtl="0" algn="l">
              <a:spcBef>
                <a:spcPts val="0"/>
              </a:spcBef>
              <a:spcAft>
                <a:spcPts val="0"/>
              </a:spcAft>
              <a:buSzPts val="1200"/>
              <a:buNone/>
            </a:pPr>
            <a:r>
              <a:rPr lang="ru-RU" sz="1200"/>
              <a:t>weights/mlp/of/NKE/window_02.pt</a:t>
            </a:r>
            <a:endParaRPr/>
          </a:p>
          <a:p>
            <a:pPr indent="0" lvl="0" marL="0" rtl="0" algn="l">
              <a:spcBef>
                <a:spcPts val="0"/>
              </a:spcBef>
              <a:spcAft>
                <a:spcPts val="0"/>
              </a:spcAft>
              <a:buSzPts val="1200"/>
              <a:buNone/>
            </a:pPr>
            <a:r>
              <a:rPr lang="ru-RU" sz="1200"/>
              <a:t>weights/mlp/of/NKE/window_03.pt</a:t>
            </a:r>
            <a:endParaRPr/>
          </a:p>
          <a:p>
            <a:pPr indent="0" lvl="0" marL="0" rtl="0" algn="l">
              <a:spcBef>
                <a:spcPts val="0"/>
              </a:spcBef>
              <a:spcAft>
                <a:spcPts val="0"/>
              </a:spcAft>
              <a:buSzPts val="1200"/>
              <a:buNone/>
            </a:pPr>
            <a:r>
              <a:rPr lang="ru-RU" sz="1200"/>
              <a:t>weights/mlp/of/OXY/window_01.pt</a:t>
            </a:r>
            <a:endParaRPr/>
          </a:p>
          <a:p>
            <a:pPr indent="0" lvl="0" marL="0" rtl="0" algn="l">
              <a:spcBef>
                <a:spcPts val="0"/>
              </a:spcBef>
              <a:spcAft>
                <a:spcPts val="0"/>
              </a:spcAft>
              <a:buSzPts val="1200"/>
              <a:buNone/>
            </a:pPr>
            <a:r>
              <a:rPr lang="ru-RU" sz="1200"/>
              <a:t>weights/mlp/of/OXY/window_02.pt</a:t>
            </a:r>
            <a:endParaRPr/>
          </a:p>
          <a:p>
            <a:pPr indent="0" lvl="0" marL="0" rtl="0" algn="l">
              <a:spcBef>
                <a:spcPts val="0"/>
              </a:spcBef>
              <a:spcAft>
                <a:spcPts val="0"/>
              </a:spcAft>
              <a:buSzPts val="1200"/>
              <a:buNone/>
            </a:pPr>
            <a:r>
              <a:rPr lang="ru-RU" sz="1200"/>
              <a:t>weights/mlp/of/OXY/window_03.pt</a:t>
            </a:r>
            <a:endParaRPr/>
          </a:p>
          <a:p>
            <a:pPr indent="0" lvl="0" marL="0" rtl="0" algn="l">
              <a:spcBef>
                <a:spcPts val="0"/>
              </a:spcBef>
              <a:spcAft>
                <a:spcPts val="0"/>
              </a:spcAft>
              <a:buSzPts val="1200"/>
              <a:buNone/>
            </a:pPr>
            <a:r>
              <a:rPr lang="ru-RU" sz="1200"/>
              <a:t>weights/mlp/of/UBER/window_01.pt</a:t>
            </a:r>
            <a:endParaRPr/>
          </a:p>
          <a:p>
            <a:pPr indent="0" lvl="0" marL="0" rtl="0" algn="l">
              <a:spcBef>
                <a:spcPts val="0"/>
              </a:spcBef>
              <a:spcAft>
                <a:spcPts val="0"/>
              </a:spcAft>
              <a:buSzPts val="1200"/>
              <a:buNone/>
            </a:pPr>
            <a:r>
              <a:rPr lang="ru-RU" sz="1200"/>
              <a:t>weights/mlp/of/UBER/window_02.pt</a:t>
            </a:r>
            <a:endParaRPr/>
          </a:p>
          <a:p>
            <a:pPr indent="0" lvl="0" marL="0" rtl="0" algn="l">
              <a:spcBef>
                <a:spcPts val="0"/>
              </a:spcBef>
              <a:spcAft>
                <a:spcPts val="0"/>
              </a:spcAft>
              <a:buSzPts val="1200"/>
              <a:buNone/>
            </a:pPr>
            <a:r>
              <a:rPr lang="ru-RU" sz="1200"/>
              <a:t>weights/mlp/of/UBER/window_03.pt</a:t>
            </a:r>
            <a:endParaRPr/>
          </a:p>
          <a:p>
            <a:pPr indent="0" lvl="0" marL="0" rtl="0" algn="l">
              <a:spcBef>
                <a:spcPts val="0"/>
              </a:spcBef>
              <a:spcAft>
                <a:spcPts val="0"/>
              </a:spcAft>
              <a:buSzPts val="1200"/>
              <a:buNone/>
            </a:pPr>
            <a:r>
              <a:rPr lang="ru-RU" sz="1200"/>
              <a:t>weights/mlp/of/USB/window_01.pt</a:t>
            </a:r>
            <a:endParaRPr/>
          </a:p>
          <a:p>
            <a:pPr indent="0" lvl="0" marL="0" rtl="0" algn="l">
              <a:spcBef>
                <a:spcPts val="0"/>
              </a:spcBef>
              <a:spcAft>
                <a:spcPts val="0"/>
              </a:spcAft>
              <a:buSzPts val="1200"/>
              <a:buNone/>
            </a:pPr>
            <a:r>
              <a:rPr lang="ru-RU" sz="1200"/>
              <a:t>weights/mlp/of/USB/window_02.pt</a:t>
            </a:r>
            <a:endParaRPr/>
          </a:p>
          <a:p>
            <a:pPr indent="0" lvl="0" marL="0" rtl="0" algn="l">
              <a:spcBef>
                <a:spcPts val="0"/>
              </a:spcBef>
              <a:spcAft>
                <a:spcPts val="0"/>
              </a:spcAft>
              <a:buSzPts val="1200"/>
              <a:buNone/>
            </a:pPr>
            <a:r>
              <a:rPr lang="ru-RU" sz="1200"/>
              <a:t>weights/mlp/of/USB/window_03.pt</a:t>
            </a:r>
            <a:endParaRPr/>
          </a:p>
          <a:p>
            <a:pPr indent="0" lvl="0" marL="0" rtl="0" algn="l">
              <a:spcBef>
                <a:spcPts val="0"/>
              </a:spcBef>
              <a:spcAft>
                <a:spcPts val="0"/>
              </a:spcAft>
              <a:buSzPts val="1200"/>
              <a:buNone/>
            </a:pPr>
            <a:r>
              <a:rPr lang="ru-RU" sz="1200"/>
              <a:t>weights/mlp/of/VZ/window_01.pt</a:t>
            </a:r>
            <a:endParaRPr/>
          </a:p>
          <a:p>
            <a:pPr indent="0" lvl="0" marL="0" rtl="0" algn="l">
              <a:spcBef>
                <a:spcPts val="0"/>
              </a:spcBef>
              <a:spcAft>
                <a:spcPts val="0"/>
              </a:spcAft>
              <a:buSzPts val="1200"/>
              <a:buNone/>
            </a:pPr>
            <a:r>
              <a:rPr lang="ru-RU" sz="1200"/>
              <a:t>weights/mlp/of/VZ/window_02.pt</a:t>
            </a:r>
            <a:endParaRPr/>
          </a:p>
          <a:p>
            <a:pPr indent="0" lvl="0" marL="0" rtl="0" algn="l">
              <a:spcBef>
                <a:spcPts val="0"/>
              </a:spcBef>
              <a:spcAft>
                <a:spcPts val="0"/>
              </a:spcAft>
              <a:buSzPts val="1200"/>
              <a:buNone/>
            </a:pPr>
            <a:r>
              <a:rPr lang="ru-RU" sz="1200"/>
              <a:t>weights/mlp/of/VZ/window_03.pt</a:t>
            </a:r>
            <a:endParaRPr/>
          </a:p>
          <a:p>
            <a:pPr indent="0" lvl="0" marL="0" rtl="0" algn="l">
              <a:spcBef>
                <a:spcPts val="0"/>
              </a:spcBef>
              <a:spcAft>
                <a:spcPts val="0"/>
              </a:spcAft>
              <a:buSzPts val="1200"/>
              <a:buNone/>
            </a:pPr>
            <a:r>
              <a:rPr lang="ru-RU" sz="1200"/>
              <a:t>weights/mlp/ofi/BAC/window_01.pt</a:t>
            </a:r>
            <a:endParaRPr/>
          </a:p>
          <a:p>
            <a:pPr indent="0" lvl="0" marL="0" rtl="0" algn="l">
              <a:spcBef>
                <a:spcPts val="0"/>
              </a:spcBef>
              <a:spcAft>
                <a:spcPts val="0"/>
              </a:spcAft>
              <a:buSzPts val="1200"/>
              <a:buNone/>
            </a:pPr>
            <a:r>
              <a:rPr lang="ru-RU" sz="1200"/>
              <a:t>weights/mlp/ofi/BAC/window_02.pt</a:t>
            </a:r>
            <a:endParaRPr/>
          </a:p>
          <a:p>
            <a:pPr indent="0" lvl="0" marL="0" rtl="0" algn="l">
              <a:spcBef>
                <a:spcPts val="0"/>
              </a:spcBef>
              <a:spcAft>
                <a:spcPts val="0"/>
              </a:spcAft>
              <a:buSzPts val="1200"/>
              <a:buNone/>
            </a:pPr>
            <a:r>
              <a:rPr lang="ru-RU" sz="1200"/>
              <a:t>weights/mlp/ofi/BAC/window_03.pt</a:t>
            </a:r>
            <a:endParaRPr/>
          </a:p>
          <a:p>
            <a:pPr indent="0" lvl="0" marL="0" rtl="0" algn="l">
              <a:spcBef>
                <a:spcPts val="0"/>
              </a:spcBef>
              <a:spcAft>
                <a:spcPts val="0"/>
              </a:spcAft>
              <a:buSzPts val="1200"/>
              <a:buNone/>
            </a:pPr>
            <a:r>
              <a:rPr lang="ru-RU" sz="1200"/>
              <a:t>weights/mlp/ofi/NKE/window_01.pt</a:t>
            </a:r>
            <a:endParaRPr/>
          </a:p>
          <a:p>
            <a:pPr indent="0" lvl="0" marL="0" rtl="0" algn="l">
              <a:spcBef>
                <a:spcPts val="0"/>
              </a:spcBef>
              <a:spcAft>
                <a:spcPts val="0"/>
              </a:spcAft>
              <a:buSzPts val="1200"/>
              <a:buNone/>
            </a:pPr>
            <a:r>
              <a:rPr lang="ru-RU" sz="1200"/>
              <a:t>weights/mlp/ofi/NKE/window_02.pt</a:t>
            </a:r>
            <a:endParaRPr/>
          </a:p>
          <a:p>
            <a:pPr indent="0" lvl="0" marL="0" rtl="0" algn="l">
              <a:spcBef>
                <a:spcPts val="0"/>
              </a:spcBef>
              <a:spcAft>
                <a:spcPts val="0"/>
              </a:spcAft>
              <a:buSzPts val="1200"/>
              <a:buNone/>
            </a:pPr>
            <a:r>
              <a:rPr lang="ru-RU" sz="1200"/>
              <a:t>weights/mlp/ofi/NKE/window_03.pt</a:t>
            </a:r>
            <a:endParaRPr/>
          </a:p>
          <a:p>
            <a:pPr indent="0" lvl="0" marL="0" rtl="0" algn="l">
              <a:spcBef>
                <a:spcPts val="0"/>
              </a:spcBef>
              <a:spcAft>
                <a:spcPts val="0"/>
              </a:spcAft>
              <a:buSzPts val="1200"/>
              <a:buNone/>
            </a:pPr>
            <a:r>
              <a:rPr lang="ru-RU" sz="1200"/>
              <a:t>weights/mlp/ofi/OXY/window_01.pt</a:t>
            </a:r>
            <a:endParaRPr/>
          </a:p>
          <a:p>
            <a:pPr indent="0" lvl="0" marL="0" rtl="0" algn="l">
              <a:spcBef>
                <a:spcPts val="0"/>
              </a:spcBef>
              <a:spcAft>
                <a:spcPts val="0"/>
              </a:spcAft>
              <a:buSzPts val="1200"/>
              <a:buNone/>
            </a:pPr>
            <a:r>
              <a:rPr lang="ru-RU" sz="1200"/>
              <a:t>weights/mlp/ofi/OXY/window_02.pt</a:t>
            </a:r>
            <a:endParaRPr/>
          </a:p>
          <a:p>
            <a:pPr indent="0" lvl="0" marL="0" rtl="0" algn="l">
              <a:spcBef>
                <a:spcPts val="0"/>
              </a:spcBef>
              <a:spcAft>
                <a:spcPts val="0"/>
              </a:spcAft>
              <a:buSzPts val="1200"/>
              <a:buNone/>
            </a:pPr>
            <a:r>
              <a:rPr lang="ru-RU" sz="1200"/>
              <a:t>weights/mlp/ofi/OXY/window_03.pt</a:t>
            </a:r>
            <a:endParaRPr/>
          </a:p>
          <a:p>
            <a:pPr indent="0" lvl="0" marL="0" rtl="0" algn="l">
              <a:spcBef>
                <a:spcPts val="0"/>
              </a:spcBef>
              <a:spcAft>
                <a:spcPts val="0"/>
              </a:spcAft>
              <a:buSzPts val="1200"/>
              <a:buNone/>
            </a:pPr>
            <a:r>
              <a:rPr lang="ru-RU" sz="1200"/>
              <a:t>weights/mlp/ofi/UBER/window_01.pt</a:t>
            </a:r>
            <a:endParaRPr/>
          </a:p>
          <a:p>
            <a:pPr indent="0" lvl="0" marL="0" rtl="0" algn="l">
              <a:spcBef>
                <a:spcPts val="0"/>
              </a:spcBef>
              <a:spcAft>
                <a:spcPts val="0"/>
              </a:spcAft>
              <a:buSzPts val="1200"/>
              <a:buNone/>
            </a:pPr>
            <a:r>
              <a:rPr lang="ru-RU" sz="1200"/>
              <a:t>weights/mlp/ofi/UBER/window_02.pt</a:t>
            </a:r>
            <a:endParaRPr/>
          </a:p>
          <a:p>
            <a:pPr indent="0" lvl="0" marL="0" rtl="0" algn="l">
              <a:spcBef>
                <a:spcPts val="0"/>
              </a:spcBef>
              <a:spcAft>
                <a:spcPts val="0"/>
              </a:spcAft>
              <a:buSzPts val="1200"/>
              <a:buNone/>
            </a:pPr>
            <a:r>
              <a:rPr lang="ru-RU" sz="1200"/>
              <a:t>weights/mlp/ofi/UBER/window_03.pt</a:t>
            </a:r>
            <a:endParaRPr/>
          </a:p>
          <a:p>
            <a:pPr indent="0" lvl="0" marL="0" rtl="0" algn="l">
              <a:spcBef>
                <a:spcPts val="0"/>
              </a:spcBef>
              <a:spcAft>
                <a:spcPts val="0"/>
              </a:spcAft>
              <a:buSzPts val="1200"/>
              <a:buNone/>
            </a:pPr>
            <a:r>
              <a:rPr lang="ru-RU" sz="1200"/>
              <a:t>weights/mlp/ofi/USB/window_01.pt</a:t>
            </a:r>
            <a:endParaRPr/>
          </a:p>
          <a:p>
            <a:pPr indent="0" lvl="0" marL="0" rtl="0" algn="l">
              <a:spcBef>
                <a:spcPts val="0"/>
              </a:spcBef>
              <a:spcAft>
                <a:spcPts val="0"/>
              </a:spcAft>
              <a:buSzPts val="1200"/>
              <a:buNone/>
            </a:pPr>
            <a:r>
              <a:rPr lang="ru-RU" sz="1200"/>
              <a:t>weights/mlp/ofi/USB/window_02.pt</a:t>
            </a:r>
            <a:endParaRPr/>
          </a:p>
          <a:p>
            <a:pPr indent="0" lvl="0" marL="0" rtl="0" algn="l">
              <a:spcBef>
                <a:spcPts val="0"/>
              </a:spcBef>
              <a:spcAft>
                <a:spcPts val="0"/>
              </a:spcAft>
              <a:buSzPts val="1200"/>
              <a:buNone/>
            </a:pPr>
            <a:r>
              <a:rPr lang="ru-RU" sz="1200"/>
              <a:t>weights/mlp/ofi/USB/window_03.pt</a:t>
            </a:r>
            <a:endParaRPr/>
          </a:p>
          <a:p>
            <a:pPr indent="0" lvl="0" marL="0" rtl="0" algn="l">
              <a:spcBef>
                <a:spcPts val="0"/>
              </a:spcBef>
              <a:spcAft>
                <a:spcPts val="0"/>
              </a:spcAft>
              <a:buSzPts val="1200"/>
              <a:buNone/>
            </a:pPr>
            <a:r>
              <a:rPr lang="ru-RU" sz="1200"/>
              <a:t>weights/mlp/ofi/VZ/window_01.pt</a:t>
            </a:r>
            <a:endParaRPr/>
          </a:p>
          <a:p>
            <a:pPr indent="0" lvl="0" marL="0" rtl="0" algn="l">
              <a:spcBef>
                <a:spcPts val="0"/>
              </a:spcBef>
              <a:spcAft>
                <a:spcPts val="0"/>
              </a:spcAft>
              <a:buSzPts val="1200"/>
              <a:buNone/>
            </a:pPr>
            <a:r>
              <a:rPr lang="ru-RU" sz="1200"/>
              <a:t>weights/mlp/ofi/VZ/window_02.pt</a:t>
            </a:r>
            <a:endParaRPr/>
          </a:p>
          <a:p>
            <a:pPr indent="0" lvl="0" marL="0" rtl="0" algn="l">
              <a:spcBef>
                <a:spcPts val="0"/>
              </a:spcBef>
              <a:spcAft>
                <a:spcPts val="0"/>
              </a:spcAft>
              <a:buSzPts val="1200"/>
              <a:buNone/>
            </a:pPr>
            <a:r>
              <a:rPr lang="ru-RU" sz="1200"/>
              <a:t>weights/mlp/ofi/VZ/window_03.pt</a:t>
            </a:r>
            <a:endParaRPr/>
          </a:p>
          <a:p>
            <a:pPr indent="0" lvl="0" marL="0" rtl="0" algn="l">
              <a:spcBef>
                <a:spcPts val="0"/>
              </a:spcBef>
              <a:spcAft>
                <a:spcPts val="0"/>
              </a:spcAft>
              <a:buSzPts val="1200"/>
              <a:buNone/>
            </a:pPr>
            <a:r>
              <a:t/>
            </a:r>
            <a:endParaRPr/>
          </a:p>
        </p:txBody>
      </p:sp>
      <p:sp>
        <p:nvSpPr>
          <p:cNvPr id="370" name="Google Shape;370;h71c392ad2d762824_61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8" name="Google Shape;42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 Id="rId3"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1">
  <p:cSld name="Title_1">
    <p:bg>
      <p:bgPr>
        <a:blipFill>
          <a:blip r:embed="rId2">
            <a:alphaModFix/>
          </a:blip>
          <a:stretch>
            <a:fillRect/>
          </a:stretch>
        </a:blipFill>
      </p:bgPr>
    </p:bg>
    <p:spTree>
      <p:nvGrpSpPr>
        <p:cNvPr id="10" name="Shape 10"/>
        <p:cNvGrpSpPr/>
        <p:nvPr/>
      </p:nvGrpSpPr>
      <p:grpSpPr>
        <a:xfrm>
          <a:off x="0" y="0"/>
          <a:ext cx="0" cy="0"/>
          <a:chOff x="0" y="0"/>
          <a:chExt cx="0" cy="0"/>
        </a:xfrm>
      </p:grpSpPr>
      <p:pic>
        <p:nvPicPr>
          <p:cNvPr id="11" name="Google Shape;11;p2"/>
          <p:cNvPicPr preferRelativeResize="0"/>
          <p:nvPr/>
        </p:nvPicPr>
        <p:blipFill rotWithShape="1">
          <a:blip r:embed="rId3">
            <a:alphaModFix/>
          </a:blip>
          <a:srcRect b="0" l="0" r="0" t="0"/>
          <a:stretch/>
        </p:blipFill>
        <p:spPr>
          <a:xfrm>
            <a:off x="1013859" y="962173"/>
            <a:ext cx="886499" cy="886499"/>
          </a:xfrm>
          <a:prstGeom prst="rect">
            <a:avLst/>
          </a:prstGeom>
          <a:noFill/>
          <a:ln>
            <a:noFill/>
          </a:ln>
        </p:spPr>
      </p:pic>
      <p:sp>
        <p:nvSpPr>
          <p:cNvPr id="12" name="Google Shape;12;p2"/>
          <p:cNvSpPr txBox="1"/>
          <p:nvPr>
            <p:ph type="title"/>
          </p:nvPr>
        </p:nvSpPr>
        <p:spPr>
          <a:xfrm>
            <a:off x="1027967" y="2404670"/>
            <a:ext cx="7634059" cy="1978323"/>
          </a:xfrm>
          <a:prstGeom prst="rect">
            <a:avLst/>
          </a:prstGeom>
          <a:noFill/>
          <a:ln>
            <a:noFill/>
          </a:ln>
        </p:spPr>
        <p:txBody>
          <a:bodyPr anchorCtr="0" anchor="t" bIns="0" lIns="0" spcFirstLastPara="1" rIns="0" wrap="square" tIns="0">
            <a:normAutofit/>
          </a:bodyPr>
          <a:lstStyle>
            <a:lvl1pPr lvl="0" marR="0" rtl="0" algn="l">
              <a:lnSpc>
                <a:spcPct val="100000"/>
              </a:lnSpc>
              <a:spcBef>
                <a:spcPts val="0"/>
              </a:spcBef>
              <a:spcAft>
                <a:spcPts val="0"/>
              </a:spcAft>
              <a:buClr>
                <a:srgbClr val="0E2D69"/>
              </a:buClr>
              <a:buSzPts val="4300"/>
              <a:buFont typeface="Arial"/>
              <a:buNone/>
              <a:defRPr b="0" i="0" sz="4300" u="none" cap="none" strike="noStrike">
                <a:solidFill>
                  <a:srgbClr val="0E2D6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2"/>
          <p:cNvSpPr txBox="1"/>
          <p:nvPr>
            <p:ph idx="1" type="body"/>
          </p:nvPr>
        </p:nvSpPr>
        <p:spPr>
          <a:xfrm>
            <a:off x="2074947" y="1187841"/>
            <a:ext cx="3848717" cy="435163"/>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 name="Google Shape;14;p2"/>
          <p:cNvSpPr txBox="1"/>
          <p:nvPr>
            <p:ph idx="2" type="body"/>
          </p:nvPr>
        </p:nvSpPr>
        <p:spPr>
          <a:xfrm>
            <a:off x="6259420" y="1173829"/>
            <a:ext cx="2278063" cy="463186"/>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E2D69"/>
              </a:buClr>
              <a:buSzPts val="1200"/>
              <a:buFont typeface="Arial"/>
              <a:buNone/>
              <a:defRPr b="0" i="0" sz="1200" u="none" cap="none" strike="noStrike">
                <a:solidFill>
                  <a:srgbClr val="0E2D69"/>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 name="Google Shape;15;p2"/>
          <p:cNvSpPr txBox="1"/>
          <p:nvPr>
            <p:ph idx="3" type="body"/>
          </p:nvPr>
        </p:nvSpPr>
        <p:spPr>
          <a:xfrm>
            <a:off x="1027967" y="6189042"/>
            <a:ext cx="2217738" cy="230046"/>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E2D69"/>
              </a:buClr>
              <a:buSzPts val="1200"/>
              <a:buFont typeface="Arial"/>
              <a:buNone/>
              <a:defRPr b="0" i="0" sz="1200" u="none" cap="none" strike="noStrike">
                <a:solidFill>
                  <a:srgbClr val="0E2D69"/>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 name="Google Shape;16;p2"/>
          <p:cNvSpPr txBox="1"/>
          <p:nvPr>
            <p:ph idx="4" type="body"/>
          </p:nvPr>
        </p:nvSpPr>
        <p:spPr>
          <a:xfrm>
            <a:off x="1027967" y="4824914"/>
            <a:ext cx="7625267" cy="65286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E2D69"/>
              </a:buClr>
              <a:buSzPts val="1600"/>
              <a:buFont typeface="Arial"/>
              <a:buNone/>
              <a:defRPr b="0" i="0" sz="1600" u="none" cap="none" strike="noStrike">
                <a:solidFill>
                  <a:srgbClr val="0E2D69"/>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2">
  <p:cSld name="Title_2">
    <p:bg>
      <p:bgPr>
        <a:blipFill>
          <a:blip r:embed="rId2">
            <a:alphaModFix/>
          </a:blip>
          <a:stretch>
            <a:fillRect/>
          </a:stretch>
        </a:blip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3">
            <a:alphaModFix/>
          </a:blip>
          <a:srcRect b="0" l="0" r="0" t="0"/>
          <a:stretch/>
        </p:blipFill>
        <p:spPr>
          <a:xfrm>
            <a:off x="1013859" y="962173"/>
            <a:ext cx="886499" cy="886499"/>
          </a:xfrm>
          <a:prstGeom prst="rect">
            <a:avLst/>
          </a:prstGeom>
          <a:noFill/>
          <a:ln>
            <a:noFill/>
          </a:ln>
        </p:spPr>
      </p:pic>
      <p:sp>
        <p:nvSpPr>
          <p:cNvPr id="19" name="Google Shape;19;p3"/>
          <p:cNvSpPr txBox="1"/>
          <p:nvPr>
            <p:ph type="title"/>
          </p:nvPr>
        </p:nvSpPr>
        <p:spPr>
          <a:xfrm>
            <a:off x="1027967" y="2404670"/>
            <a:ext cx="7634059" cy="1978323"/>
          </a:xfrm>
          <a:prstGeom prst="rect">
            <a:avLst/>
          </a:prstGeom>
          <a:noFill/>
          <a:ln>
            <a:noFill/>
          </a:ln>
        </p:spPr>
        <p:txBody>
          <a:bodyPr anchorCtr="0" anchor="t" bIns="0" lIns="0" spcFirstLastPara="1" rIns="0" wrap="square" tIns="0">
            <a:normAutofit/>
          </a:bodyPr>
          <a:lstStyle>
            <a:lvl1pPr lvl="0" marR="0" rtl="0" algn="l">
              <a:lnSpc>
                <a:spcPct val="100000"/>
              </a:lnSpc>
              <a:spcBef>
                <a:spcPts val="0"/>
              </a:spcBef>
              <a:spcAft>
                <a:spcPts val="0"/>
              </a:spcAft>
              <a:buClr>
                <a:schemeClr val="lt1"/>
              </a:buClr>
              <a:buSzPts val="4300"/>
              <a:buFont typeface="Arial"/>
              <a:buNone/>
              <a:defRPr b="0" i="0" sz="43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0" name="Google Shape;20;p3"/>
          <p:cNvSpPr txBox="1"/>
          <p:nvPr>
            <p:ph idx="1" type="body"/>
          </p:nvPr>
        </p:nvSpPr>
        <p:spPr>
          <a:xfrm>
            <a:off x="2074947" y="1187841"/>
            <a:ext cx="3848717" cy="435163"/>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lt1"/>
              </a:buClr>
              <a:buSzPts val="1600"/>
              <a:buFont typeface="Arial"/>
              <a:buNone/>
              <a:defRPr b="0" i="0" sz="16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1" name="Google Shape;21;p3"/>
          <p:cNvSpPr txBox="1"/>
          <p:nvPr>
            <p:ph idx="2" type="body"/>
          </p:nvPr>
        </p:nvSpPr>
        <p:spPr>
          <a:xfrm>
            <a:off x="6259420" y="1173829"/>
            <a:ext cx="2278063" cy="463186"/>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lt1"/>
              </a:buClr>
              <a:buSzPts val="1200"/>
              <a:buFont typeface="Arial"/>
              <a:buNone/>
              <a:defRPr b="0" i="0" sz="1200" u="none" cap="none" strike="noStrike">
                <a:solidFill>
                  <a:schemeClr val="lt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 name="Google Shape;22;p3"/>
          <p:cNvSpPr txBox="1"/>
          <p:nvPr>
            <p:ph idx="3" type="body"/>
          </p:nvPr>
        </p:nvSpPr>
        <p:spPr>
          <a:xfrm>
            <a:off x="1027967" y="6189042"/>
            <a:ext cx="2217738" cy="230046"/>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lt1"/>
              </a:buClr>
              <a:buSzPts val="1200"/>
              <a:buFont typeface="Arial"/>
              <a:buNone/>
              <a:defRPr b="0" i="0" sz="1200" u="none" cap="none" strike="noStrike">
                <a:solidFill>
                  <a:schemeClr val="lt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 name="Google Shape;23;p3"/>
          <p:cNvSpPr txBox="1"/>
          <p:nvPr>
            <p:ph idx="4" type="body"/>
          </p:nvPr>
        </p:nvSpPr>
        <p:spPr>
          <a:xfrm>
            <a:off x="1027967" y="4824914"/>
            <a:ext cx="7625267" cy="65286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lt1"/>
              </a:buClr>
              <a:buSzPts val="1600"/>
              <a:buFont typeface="Arial"/>
              <a:buNone/>
              <a:defRPr b="0" i="0" sz="1600" u="none" cap="none" strike="noStrike">
                <a:solidFill>
                  <a:schemeClr val="lt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_1">
  <p:cSld name="Text_1">
    <p:spTree>
      <p:nvGrpSpPr>
        <p:cNvPr id="24" name="Shape 24"/>
        <p:cNvGrpSpPr/>
        <p:nvPr/>
      </p:nvGrpSpPr>
      <p:grpSpPr>
        <a:xfrm>
          <a:off x="0" y="0"/>
          <a:ext cx="0" cy="0"/>
          <a:chOff x="0" y="0"/>
          <a:chExt cx="0" cy="0"/>
        </a:xfrm>
      </p:grpSpPr>
      <p:pic>
        <p:nvPicPr>
          <p:cNvPr descr="Icon&#10;&#10;Description automatically generated" id="25" name="Google Shape;25;p4"/>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26" name="Google Shape;26;p4"/>
          <p:cNvSpPr txBox="1"/>
          <p:nvPr/>
        </p:nvSpPr>
        <p:spPr>
          <a:xfrm>
            <a:off x="10985700" y="476240"/>
            <a:ext cx="671977" cy="307777"/>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
        <p:nvSpPr>
          <p:cNvPr id="27" name="Google Shape;27;p4"/>
          <p:cNvSpPr/>
          <p:nvPr>
            <p:ph idx="2" type="pic"/>
          </p:nvPr>
        </p:nvSpPr>
        <p:spPr>
          <a:xfrm>
            <a:off x="6684653" y="1447790"/>
            <a:ext cx="4325167" cy="4325107"/>
          </a:xfrm>
          <a:prstGeom prst="rect">
            <a:avLst/>
          </a:prstGeom>
          <a:solidFill>
            <a:srgbClr val="D9D9D9"/>
          </a:solidFill>
          <a:ln>
            <a:noFill/>
          </a:ln>
        </p:spPr>
      </p:sp>
      <p:sp>
        <p:nvSpPr>
          <p:cNvPr id="28" name="Google Shape;28;p4"/>
          <p:cNvSpPr txBox="1"/>
          <p:nvPr>
            <p:ph type="title"/>
          </p:nvPr>
        </p:nvSpPr>
        <p:spPr>
          <a:xfrm>
            <a:off x="585898" y="1447790"/>
            <a:ext cx="5245560" cy="777025"/>
          </a:xfrm>
          <a:prstGeom prst="rect">
            <a:avLst/>
          </a:prstGeom>
          <a:noFill/>
          <a:ln>
            <a:noFill/>
          </a:ln>
        </p:spPr>
        <p:txBody>
          <a:bodyPr anchorCtr="0" anchor="t" bIns="0" lIns="0" spcFirstLastPara="1" rIns="0" wrap="square" tIns="0">
            <a:normAutofit/>
          </a:bodyPr>
          <a:lstStyle>
            <a:lvl1pPr lvl="0" marR="0" rtl="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9" name="Google Shape;29;p4"/>
          <p:cNvSpPr txBox="1"/>
          <p:nvPr>
            <p:ph idx="1" type="body"/>
          </p:nvPr>
        </p:nvSpPr>
        <p:spPr>
          <a:xfrm>
            <a:off x="585897" y="2379663"/>
            <a:ext cx="5245561" cy="3393234"/>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4"/>
          <p:cNvSpPr txBox="1"/>
          <p:nvPr>
            <p:ph idx="3" type="body"/>
          </p:nvPr>
        </p:nvSpPr>
        <p:spPr>
          <a:xfrm>
            <a:off x="1143688" y="540904"/>
            <a:ext cx="2174547"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_2">
  <p:cSld name="Text_2">
    <p:spTree>
      <p:nvGrpSpPr>
        <p:cNvPr id="31" name="Shape 31"/>
        <p:cNvGrpSpPr/>
        <p:nvPr/>
      </p:nvGrpSpPr>
      <p:grpSpPr>
        <a:xfrm>
          <a:off x="0" y="0"/>
          <a:ext cx="0" cy="0"/>
          <a:chOff x="0" y="0"/>
          <a:chExt cx="0" cy="0"/>
        </a:xfrm>
      </p:grpSpPr>
      <p:pic>
        <p:nvPicPr>
          <p:cNvPr descr="Icon&#10;&#10;Description automatically generated" id="32" name="Google Shape;32;p5"/>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33" name="Google Shape;33;p5"/>
          <p:cNvSpPr txBox="1"/>
          <p:nvPr>
            <p:ph type="title"/>
          </p:nvPr>
        </p:nvSpPr>
        <p:spPr>
          <a:xfrm>
            <a:off x="585897" y="1447790"/>
            <a:ext cx="11057955" cy="777025"/>
          </a:xfrm>
          <a:prstGeom prst="rect">
            <a:avLst/>
          </a:prstGeom>
          <a:noFill/>
          <a:ln>
            <a:noFill/>
          </a:ln>
        </p:spPr>
        <p:txBody>
          <a:bodyPr anchorCtr="0" anchor="t" bIns="0" lIns="0" spcFirstLastPara="1" rIns="0" wrap="square" tIns="0">
            <a:normAutofit/>
          </a:bodyPr>
          <a:lstStyle>
            <a:lvl1pPr lvl="0" marR="0" rtl="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4" name="Google Shape;34;p5"/>
          <p:cNvSpPr txBox="1"/>
          <p:nvPr>
            <p:ph idx="1" type="body"/>
          </p:nvPr>
        </p:nvSpPr>
        <p:spPr>
          <a:xfrm>
            <a:off x="585897" y="2379663"/>
            <a:ext cx="11057971" cy="3745092"/>
          </a:xfrm>
          <a:prstGeom prst="rect">
            <a:avLst/>
          </a:prstGeom>
          <a:noFill/>
          <a:ln>
            <a:noFill/>
          </a:ln>
        </p:spPr>
        <p:txBody>
          <a:bodyPr anchorCtr="0" anchor="t" bIns="45700" lIns="0" spcFirstLastPara="1" rIns="0" wrap="square" tIns="0">
            <a:noAutofit/>
          </a:bodyPr>
          <a:lstStyle>
            <a:lvl1pPr indent="-228600" lvl="0" marL="457200" marR="0" rtl="0" algn="l">
              <a:lnSpc>
                <a:spcPct val="100000"/>
              </a:lnSpc>
              <a:spcBef>
                <a:spcPts val="12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5" name="Google Shape;35;p5"/>
          <p:cNvSpPr txBox="1"/>
          <p:nvPr>
            <p:ph idx="2" type="body"/>
          </p:nvPr>
        </p:nvSpPr>
        <p:spPr>
          <a:xfrm>
            <a:off x="1143689" y="540904"/>
            <a:ext cx="2174546"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6" name="Google Shape;36;p5"/>
          <p:cNvSpPr txBox="1"/>
          <p:nvPr/>
        </p:nvSpPr>
        <p:spPr>
          <a:xfrm>
            <a:off x="10985700" y="476240"/>
            <a:ext cx="671977" cy="307777"/>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_3">
  <p:cSld name="Text_3">
    <p:spTree>
      <p:nvGrpSpPr>
        <p:cNvPr id="37" name="Shape 37"/>
        <p:cNvGrpSpPr/>
        <p:nvPr/>
      </p:nvGrpSpPr>
      <p:grpSpPr>
        <a:xfrm>
          <a:off x="0" y="0"/>
          <a:ext cx="0" cy="0"/>
          <a:chOff x="0" y="0"/>
          <a:chExt cx="0" cy="0"/>
        </a:xfrm>
      </p:grpSpPr>
      <p:pic>
        <p:nvPicPr>
          <p:cNvPr descr="Icon&#10;&#10;Description automatically generated" id="38" name="Google Shape;38;p6"/>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39" name="Google Shape;39;p6"/>
          <p:cNvSpPr txBox="1"/>
          <p:nvPr>
            <p:ph idx="1" type="body"/>
          </p:nvPr>
        </p:nvSpPr>
        <p:spPr>
          <a:xfrm>
            <a:off x="585898" y="2379663"/>
            <a:ext cx="4322531" cy="2399371"/>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0" name="Google Shape;40;p6"/>
          <p:cNvSpPr txBox="1"/>
          <p:nvPr>
            <p:ph idx="2" type="body"/>
          </p:nvPr>
        </p:nvSpPr>
        <p:spPr>
          <a:xfrm>
            <a:off x="585897" y="5183249"/>
            <a:ext cx="3934345" cy="553998"/>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000"/>
              <a:buFont typeface="Arial"/>
              <a:buNone/>
              <a:defRPr b="0" i="0" sz="10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1" name="Google Shape;41;p6"/>
          <p:cNvSpPr txBox="1"/>
          <p:nvPr>
            <p:ph idx="3" type="body"/>
          </p:nvPr>
        </p:nvSpPr>
        <p:spPr>
          <a:xfrm>
            <a:off x="6259892" y="2379663"/>
            <a:ext cx="5383968" cy="3451794"/>
          </a:xfrm>
          <a:prstGeom prst="rect">
            <a:avLst/>
          </a:prstGeom>
          <a:noFill/>
          <a:ln>
            <a:noFill/>
          </a:ln>
        </p:spPr>
        <p:txBody>
          <a:bodyPr anchorCtr="0" anchor="t" bIns="0" lIns="0" spcFirstLastPara="1" rIns="0" wrap="square" tIns="0">
            <a:normAutofit/>
          </a:bodyPr>
          <a:lstStyle>
            <a:lvl1pPr indent="-228600" lvl="0" marL="457200" marR="0" rtl="0" algn="l">
              <a:lnSpc>
                <a:spcPct val="90000"/>
              </a:lnSpc>
              <a:spcBef>
                <a:spcPts val="1000"/>
              </a:spcBef>
              <a:spcAft>
                <a:spcPts val="0"/>
              </a:spcAft>
              <a:buClr>
                <a:srgbClr val="0E2D69"/>
              </a:buClr>
              <a:buSzPts val="3200"/>
              <a:buFont typeface="Arial"/>
              <a:buNone/>
              <a:defRPr b="0" i="0" sz="3200" u="none" cap="none" strike="noStrike">
                <a:solidFill>
                  <a:srgbClr val="0E2D69"/>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6"/>
          <p:cNvSpPr txBox="1"/>
          <p:nvPr>
            <p:ph type="title"/>
          </p:nvPr>
        </p:nvSpPr>
        <p:spPr>
          <a:xfrm>
            <a:off x="585897" y="1447790"/>
            <a:ext cx="11057955" cy="777025"/>
          </a:xfrm>
          <a:prstGeom prst="rect">
            <a:avLst/>
          </a:prstGeom>
          <a:noFill/>
          <a:ln>
            <a:noFill/>
          </a:ln>
        </p:spPr>
        <p:txBody>
          <a:bodyPr anchorCtr="0" anchor="t" bIns="0" lIns="0" spcFirstLastPara="1" rIns="0" wrap="square" tIns="0">
            <a:normAutofit/>
          </a:bodyPr>
          <a:lstStyle>
            <a:lvl1pPr lvl="0" marR="0" rtl="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3" name="Google Shape;43;p6"/>
          <p:cNvSpPr txBox="1"/>
          <p:nvPr>
            <p:ph idx="4" type="body"/>
          </p:nvPr>
        </p:nvSpPr>
        <p:spPr>
          <a:xfrm>
            <a:off x="1143689" y="540904"/>
            <a:ext cx="2174546"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4" name="Google Shape;44;p6"/>
          <p:cNvSpPr txBox="1"/>
          <p:nvPr/>
        </p:nvSpPr>
        <p:spPr>
          <a:xfrm>
            <a:off x="10985700" y="476240"/>
            <a:ext cx="671977" cy="307777"/>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hart_1">
  <p:cSld name="Сhart_1">
    <p:spTree>
      <p:nvGrpSpPr>
        <p:cNvPr id="45" name="Shape 45"/>
        <p:cNvGrpSpPr/>
        <p:nvPr/>
      </p:nvGrpSpPr>
      <p:grpSpPr>
        <a:xfrm>
          <a:off x="0" y="0"/>
          <a:ext cx="0" cy="0"/>
          <a:chOff x="0" y="0"/>
          <a:chExt cx="0" cy="0"/>
        </a:xfrm>
      </p:grpSpPr>
      <p:pic>
        <p:nvPicPr>
          <p:cNvPr descr="Icon&#10;&#10;Description automatically generated" id="46" name="Google Shape;46;p7"/>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47" name="Google Shape;47;p7"/>
          <p:cNvSpPr txBox="1"/>
          <p:nvPr>
            <p:ph type="title"/>
          </p:nvPr>
        </p:nvSpPr>
        <p:spPr>
          <a:xfrm>
            <a:off x="585899" y="1447790"/>
            <a:ext cx="4322530" cy="777025"/>
          </a:xfrm>
          <a:prstGeom prst="rect">
            <a:avLst/>
          </a:prstGeom>
          <a:noFill/>
          <a:ln>
            <a:noFill/>
          </a:ln>
        </p:spPr>
        <p:txBody>
          <a:bodyPr anchorCtr="0" anchor="t" bIns="0" lIns="0" spcFirstLastPara="1" rIns="0" wrap="square" tIns="0">
            <a:normAutofit/>
          </a:bodyPr>
          <a:lstStyle>
            <a:lvl1pPr lvl="0" marR="0" rtl="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8" name="Google Shape;48;p7"/>
          <p:cNvSpPr txBox="1"/>
          <p:nvPr>
            <p:ph idx="1" type="body"/>
          </p:nvPr>
        </p:nvSpPr>
        <p:spPr>
          <a:xfrm>
            <a:off x="585898" y="2379663"/>
            <a:ext cx="4322531" cy="2399371"/>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9" name="Google Shape;49;p7"/>
          <p:cNvSpPr txBox="1"/>
          <p:nvPr>
            <p:ph idx="2" type="body"/>
          </p:nvPr>
        </p:nvSpPr>
        <p:spPr>
          <a:xfrm>
            <a:off x="585897" y="5183249"/>
            <a:ext cx="3934345" cy="553998"/>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000"/>
              <a:buFont typeface="Arial"/>
              <a:buNone/>
              <a:defRPr b="0" i="0" sz="10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7"/>
          <p:cNvSpPr/>
          <p:nvPr>
            <p:ph idx="3" type="chart"/>
          </p:nvPr>
        </p:nvSpPr>
        <p:spPr>
          <a:xfrm>
            <a:off x="5272097" y="1447790"/>
            <a:ext cx="6371768" cy="428945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1" name="Google Shape;51;p7"/>
          <p:cNvSpPr txBox="1"/>
          <p:nvPr>
            <p:ph idx="4" type="body"/>
          </p:nvPr>
        </p:nvSpPr>
        <p:spPr>
          <a:xfrm>
            <a:off x="1143688" y="540904"/>
            <a:ext cx="2174547"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7"/>
          <p:cNvSpPr txBox="1"/>
          <p:nvPr/>
        </p:nvSpPr>
        <p:spPr>
          <a:xfrm>
            <a:off x="10985700" y="476240"/>
            <a:ext cx="671977" cy="307777"/>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hart_2">
  <p:cSld name="Сhart_2">
    <p:spTree>
      <p:nvGrpSpPr>
        <p:cNvPr id="53" name="Shape 53"/>
        <p:cNvGrpSpPr/>
        <p:nvPr/>
      </p:nvGrpSpPr>
      <p:grpSpPr>
        <a:xfrm>
          <a:off x="0" y="0"/>
          <a:ext cx="0" cy="0"/>
          <a:chOff x="0" y="0"/>
          <a:chExt cx="0" cy="0"/>
        </a:xfrm>
      </p:grpSpPr>
      <p:pic>
        <p:nvPicPr>
          <p:cNvPr descr="Icon&#10;&#10;Description automatically generated" id="54" name="Google Shape;54;p8"/>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55" name="Google Shape;55;p8"/>
          <p:cNvSpPr txBox="1"/>
          <p:nvPr>
            <p:ph idx="1" type="body"/>
          </p:nvPr>
        </p:nvSpPr>
        <p:spPr>
          <a:xfrm>
            <a:off x="585897" y="5183249"/>
            <a:ext cx="3934345" cy="553998"/>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000"/>
              <a:buFont typeface="Arial"/>
              <a:buNone/>
              <a:defRPr b="0" i="0" sz="10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6" name="Google Shape;56;p8"/>
          <p:cNvSpPr/>
          <p:nvPr>
            <p:ph idx="2" type="chart"/>
          </p:nvPr>
        </p:nvSpPr>
        <p:spPr>
          <a:xfrm>
            <a:off x="5272097" y="1447790"/>
            <a:ext cx="6371768" cy="428945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7" name="Google Shape;57;p8"/>
          <p:cNvSpPr txBox="1"/>
          <p:nvPr>
            <p:ph idx="3" type="body"/>
          </p:nvPr>
        </p:nvSpPr>
        <p:spPr>
          <a:xfrm>
            <a:off x="585788" y="1447064"/>
            <a:ext cx="4322762" cy="70320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0E2D69"/>
              </a:buClr>
              <a:buSzPts val="1600"/>
              <a:buFont typeface="Arial"/>
              <a:buNone/>
              <a:defRPr b="0" i="0" sz="1600" u="none" cap="none" strike="noStrike">
                <a:solidFill>
                  <a:srgbClr val="0E2D69"/>
                </a:solidFill>
                <a:latin typeface="Arial"/>
                <a:ea typeface="Arial"/>
                <a:cs typeface="Arial"/>
                <a:sym typeface="Arial"/>
              </a:defRPr>
            </a:lvl1pPr>
            <a:lvl2pPr indent="-330200" lvl="1" marL="9144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2pPr>
            <a:lvl3pPr indent="-330200" lvl="2" marL="13716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3pPr>
            <a:lvl4pPr indent="-330200" lvl="3" marL="18288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4pPr>
            <a:lvl5pPr indent="-330200" lvl="4" marL="22860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8" name="Google Shape;58;p8"/>
          <p:cNvSpPr txBox="1"/>
          <p:nvPr>
            <p:ph idx="4" type="body"/>
          </p:nvPr>
        </p:nvSpPr>
        <p:spPr>
          <a:xfrm>
            <a:off x="585898" y="2379663"/>
            <a:ext cx="4322531" cy="2399371"/>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9" name="Google Shape;59;p8"/>
          <p:cNvSpPr txBox="1"/>
          <p:nvPr>
            <p:ph idx="5" type="body"/>
          </p:nvPr>
        </p:nvSpPr>
        <p:spPr>
          <a:xfrm>
            <a:off x="1143689" y="540904"/>
            <a:ext cx="2174546"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0" name="Google Shape;60;p8"/>
          <p:cNvSpPr txBox="1"/>
          <p:nvPr/>
        </p:nvSpPr>
        <p:spPr>
          <a:xfrm>
            <a:off x="10985700" y="476240"/>
            <a:ext cx="671977" cy="307777"/>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p:cSld name="Numbers">
    <p:spTree>
      <p:nvGrpSpPr>
        <p:cNvPr id="61" name="Shape 61"/>
        <p:cNvGrpSpPr/>
        <p:nvPr/>
      </p:nvGrpSpPr>
      <p:grpSpPr>
        <a:xfrm>
          <a:off x="0" y="0"/>
          <a:ext cx="0" cy="0"/>
          <a:chOff x="0" y="0"/>
          <a:chExt cx="0" cy="0"/>
        </a:xfrm>
      </p:grpSpPr>
      <p:pic>
        <p:nvPicPr>
          <p:cNvPr descr="Icon&#10;&#10;Description automatically generated" id="62" name="Google Shape;62;p9"/>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63" name="Google Shape;63;p9"/>
          <p:cNvSpPr txBox="1"/>
          <p:nvPr>
            <p:ph type="title"/>
          </p:nvPr>
        </p:nvSpPr>
        <p:spPr>
          <a:xfrm>
            <a:off x="585897" y="1447790"/>
            <a:ext cx="11057955" cy="777025"/>
          </a:xfrm>
          <a:prstGeom prst="rect">
            <a:avLst/>
          </a:prstGeom>
          <a:noFill/>
          <a:ln>
            <a:noFill/>
          </a:ln>
        </p:spPr>
        <p:txBody>
          <a:bodyPr anchorCtr="0" anchor="t" bIns="0" lIns="0" spcFirstLastPara="1" rIns="0" wrap="square" tIns="0">
            <a:normAutofit/>
          </a:bodyPr>
          <a:lstStyle>
            <a:lvl1pPr lvl="0" marR="0" rtl="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4" name="Google Shape;64;p9"/>
          <p:cNvSpPr txBox="1"/>
          <p:nvPr>
            <p:ph idx="1" type="body"/>
          </p:nvPr>
        </p:nvSpPr>
        <p:spPr>
          <a:xfrm>
            <a:off x="575076" y="4103994"/>
            <a:ext cx="2758143" cy="1569661"/>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5" name="Google Shape;65;p9"/>
          <p:cNvSpPr txBox="1"/>
          <p:nvPr>
            <p:ph idx="2" type="body"/>
          </p:nvPr>
        </p:nvSpPr>
        <p:spPr>
          <a:xfrm>
            <a:off x="4047007" y="4103994"/>
            <a:ext cx="2757612" cy="1569661"/>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6" name="Google Shape;66;p9"/>
          <p:cNvSpPr txBox="1"/>
          <p:nvPr>
            <p:ph idx="3" type="body"/>
          </p:nvPr>
        </p:nvSpPr>
        <p:spPr>
          <a:xfrm>
            <a:off x="7518938" y="4103994"/>
            <a:ext cx="2757612" cy="1569661"/>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7" name="Google Shape;67;p9"/>
          <p:cNvSpPr txBox="1"/>
          <p:nvPr>
            <p:ph idx="4" type="body"/>
          </p:nvPr>
        </p:nvSpPr>
        <p:spPr>
          <a:xfrm>
            <a:off x="575076" y="2710235"/>
            <a:ext cx="2758143" cy="1164116"/>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1000"/>
              </a:spcBef>
              <a:spcAft>
                <a:spcPts val="0"/>
              </a:spcAft>
              <a:buClr>
                <a:schemeClr val="dk1"/>
              </a:buClr>
              <a:buSzPts val="9600"/>
              <a:buFont typeface="Arial"/>
              <a:buNone/>
              <a:defRPr b="0" i="0" sz="9600" u="none" cap="none" strike="noStrike">
                <a:solidFill>
                  <a:schemeClr val="dk1"/>
                </a:solidFill>
                <a:latin typeface="Arial"/>
                <a:ea typeface="Arial"/>
                <a:cs typeface="Arial"/>
                <a:sym typeface="Arial"/>
              </a:defRPr>
            </a:lvl1pPr>
            <a:lvl2pPr indent="-838200" lvl="1" marL="9144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2pPr>
            <a:lvl3pPr indent="-838200" lvl="2" marL="13716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3pPr>
            <a:lvl4pPr indent="-838200" lvl="3" marL="18288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4pPr>
            <a:lvl5pPr indent="-838200" lvl="4" marL="22860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8" name="Google Shape;68;p9"/>
          <p:cNvSpPr txBox="1"/>
          <p:nvPr>
            <p:ph idx="5" type="body"/>
          </p:nvPr>
        </p:nvSpPr>
        <p:spPr>
          <a:xfrm>
            <a:off x="4047007" y="2710235"/>
            <a:ext cx="2758143" cy="1164116"/>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1000"/>
              </a:spcBef>
              <a:spcAft>
                <a:spcPts val="0"/>
              </a:spcAft>
              <a:buClr>
                <a:schemeClr val="dk1"/>
              </a:buClr>
              <a:buSzPts val="9600"/>
              <a:buFont typeface="Arial"/>
              <a:buNone/>
              <a:defRPr b="0" i="0" sz="9600" u="none" cap="none" strike="noStrike">
                <a:solidFill>
                  <a:schemeClr val="dk1"/>
                </a:solidFill>
                <a:latin typeface="Arial"/>
                <a:ea typeface="Arial"/>
                <a:cs typeface="Arial"/>
                <a:sym typeface="Arial"/>
              </a:defRPr>
            </a:lvl1pPr>
            <a:lvl2pPr indent="-838200" lvl="1" marL="9144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2pPr>
            <a:lvl3pPr indent="-838200" lvl="2" marL="13716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3pPr>
            <a:lvl4pPr indent="-838200" lvl="3" marL="18288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4pPr>
            <a:lvl5pPr indent="-838200" lvl="4" marL="22860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9" name="Google Shape;69;p9"/>
          <p:cNvSpPr txBox="1"/>
          <p:nvPr>
            <p:ph idx="6" type="body"/>
          </p:nvPr>
        </p:nvSpPr>
        <p:spPr>
          <a:xfrm>
            <a:off x="7518938" y="2710235"/>
            <a:ext cx="2758143" cy="1164116"/>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1000"/>
              </a:spcBef>
              <a:spcAft>
                <a:spcPts val="0"/>
              </a:spcAft>
              <a:buClr>
                <a:schemeClr val="dk1"/>
              </a:buClr>
              <a:buSzPts val="9600"/>
              <a:buFont typeface="Arial"/>
              <a:buNone/>
              <a:defRPr b="0" i="0" sz="9600" u="none" cap="none" strike="noStrike">
                <a:solidFill>
                  <a:schemeClr val="dk1"/>
                </a:solidFill>
                <a:latin typeface="Arial"/>
                <a:ea typeface="Arial"/>
                <a:cs typeface="Arial"/>
                <a:sym typeface="Arial"/>
              </a:defRPr>
            </a:lvl1pPr>
            <a:lvl2pPr indent="-838200" lvl="1" marL="9144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2pPr>
            <a:lvl3pPr indent="-838200" lvl="2" marL="13716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3pPr>
            <a:lvl4pPr indent="-838200" lvl="3" marL="18288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4pPr>
            <a:lvl5pPr indent="-838200" lvl="4" marL="22860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0" name="Google Shape;70;p9"/>
          <p:cNvSpPr txBox="1"/>
          <p:nvPr>
            <p:ph idx="7" type="body"/>
          </p:nvPr>
        </p:nvSpPr>
        <p:spPr>
          <a:xfrm>
            <a:off x="1143689" y="540904"/>
            <a:ext cx="2189530"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1" name="Google Shape;71;p9"/>
          <p:cNvSpPr txBox="1"/>
          <p:nvPr/>
        </p:nvSpPr>
        <p:spPr>
          <a:xfrm>
            <a:off x="10985700" y="476240"/>
            <a:ext cx="671977" cy="307777"/>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Table">
    <p:spTree>
      <p:nvGrpSpPr>
        <p:cNvPr id="72" name="Shape 72"/>
        <p:cNvGrpSpPr/>
        <p:nvPr/>
      </p:nvGrpSpPr>
      <p:grpSpPr>
        <a:xfrm>
          <a:off x="0" y="0"/>
          <a:ext cx="0" cy="0"/>
          <a:chOff x="0" y="0"/>
          <a:chExt cx="0" cy="0"/>
        </a:xfrm>
      </p:grpSpPr>
      <p:pic>
        <p:nvPicPr>
          <p:cNvPr descr="Icon&#10;&#10;Description automatically generated" id="73" name="Google Shape;73;p10"/>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74" name="Google Shape;74;p10"/>
          <p:cNvSpPr txBox="1"/>
          <p:nvPr>
            <p:ph idx="1" type="body"/>
          </p:nvPr>
        </p:nvSpPr>
        <p:spPr>
          <a:xfrm>
            <a:off x="585787" y="1447065"/>
            <a:ext cx="11058065" cy="307778"/>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1000"/>
              </a:spcBef>
              <a:spcAft>
                <a:spcPts val="0"/>
              </a:spcAft>
              <a:buClr>
                <a:srgbClr val="0E2D69"/>
              </a:buClr>
              <a:buSzPts val="1600"/>
              <a:buFont typeface="Arial"/>
              <a:buNone/>
              <a:defRPr b="0" i="0" sz="1600" u="none" cap="none" strike="noStrike">
                <a:solidFill>
                  <a:srgbClr val="0E2D69"/>
                </a:solidFill>
                <a:latin typeface="Arial"/>
                <a:ea typeface="Arial"/>
                <a:cs typeface="Arial"/>
                <a:sym typeface="Arial"/>
              </a:defRPr>
            </a:lvl1pPr>
            <a:lvl2pPr indent="-330200" lvl="1" marL="9144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2pPr>
            <a:lvl3pPr indent="-330200" lvl="2" marL="13716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3pPr>
            <a:lvl4pPr indent="-330200" lvl="3" marL="18288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4pPr>
            <a:lvl5pPr indent="-330200" lvl="4" marL="22860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5" name="Google Shape;75;p10"/>
          <p:cNvSpPr txBox="1"/>
          <p:nvPr>
            <p:ph idx="2" type="body"/>
          </p:nvPr>
        </p:nvSpPr>
        <p:spPr>
          <a:xfrm>
            <a:off x="585788" y="5739189"/>
            <a:ext cx="6824303" cy="703205"/>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6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311150" lvl="1" marL="914400" marR="0" rtl="0" algn="l">
              <a:lnSpc>
                <a:spcPct val="90000"/>
              </a:lnSpc>
              <a:spcBef>
                <a:spcPts val="500"/>
              </a:spcBef>
              <a:spcAft>
                <a:spcPts val="0"/>
              </a:spcAft>
              <a:buClr>
                <a:srgbClr val="0E2D69"/>
              </a:buClr>
              <a:buSzPts val="1300"/>
              <a:buFont typeface="Arial"/>
              <a:buChar char="•"/>
              <a:defRPr b="0" i="0" sz="1300" u="none" cap="none" strike="noStrike">
                <a:solidFill>
                  <a:srgbClr val="0E2D69"/>
                </a:solidFill>
                <a:latin typeface="Arial"/>
                <a:ea typeface="Arial"/>
                <a:cs typeface="Arial"/>
                <a:sym typeface="Arial"/>
              </a:defRPr>
            </a:lvl2pPr>
            <a:lvl3pPr indent="-311150" lvl="2" marL="1371600" marR="0" rtl="0" algn="l">
              <a:lnSpc>
                <a:spcPct val="90000"/>
              </a:lnSpc>
              <a:spcBef>
                <a:spcPts val="500"/>
              </a:spcBef>
              <a:spcAft>
                <a:spcPts val="0"/>
              </a:spcAft>
              <a:buClr>
                <a:srgbClr val="0E2D69"/>
              </a:buClr>
              <a:buSzPts val="1300"/>
              <a:buFont typeface="Arial"/>
              <a:buChar char="•"/>
              <a:defRPr b="0" i="0" sz="1300" u="none" cap="none" strike="noStrike">
                <a:solidFill>
                  <a:srgbClr val="0E2D69"/>
                </a:solidFill>
                <a:latin typeface="Arial"/>
                <a:ea typeface="Arial"/>
                <a:cs typeface="Arial"/>
                <a:sym typeface="Arial"/>
              </a:defRPr>
            </a:lvl3pPr>
            <a:lvl4pPr indent="-311150" lvl="3" marL="1828800" marR="0" rtl="0" algn="l">
              <a:lnSpc>
                <a:spcPct val="90000"/>
              </a:lnSpc>
              <a:spcBef>
                <a:spcPts val="500"/>
              </a:spcBef>
              <a:spcAft>
                <a:spcPts val="0"/>
              </a:spcAft>
              <a:buClr>
                <a:srgbClr val="0E2D69"/>
              </a:buClr>
              <a:buSzPts val="1300"/>
              <a:buFont typeface="Arial"/>
              <a:buChar char="•"/>
              <a:defRPr b="0" i="0" sz="1300" u="none" cap="none" strike="noStrike">
                <a:solidFill>
                  <a:srgbClr val="0E2D69"/>
                </a:solidFill>
                <a:latin typeface="Arial"/>
                <a:ea typeface="Arial"/>
                <a:cs typeface="Arial"/>
                <a:sym typeface="Arial"/>
              </a:defRPr>
            </a:lvl4pPr>
            <a:lvl5pPr indent="-311150" lvl="4" marL="2286000" marR="0" rtl="0" algn="l">
              <a:lnSpc>
                <a:spcPct val="90000"/>
              </a:lnSpc>
              <a:spcBef>
                <a:spcPts val="500"/>
              </a:spcBef>
              <a:spcAft>
                <a:spcPts val="0"/>
              </a:spcAft>
              <a:buClr>
                <a:srgbClr val="0E2D69"/>
              </a:buClr>
              <a:buSzPts val="1300"/>
              <a:buFont typeface="Arial"/>
              <a:buChar char="•"/>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6" name="Google Shape;76;p10"/>
          <p:cNvSpPr/>
          <p:nvPr>
            <p:ph idx="3" type="tbl"/>
          </p:nvPr>
        </p:nvSpPr>
        <p:spPr>
          <a:xfrm>
            <a:off x="585787" y="1984076"/>
            <a:ext cx="11058527" cy="3519576"/>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7" name="Google Shape;77;p10"/>
          <p:cNvSpPr txBox="1"/>
          <p:nvPr>
            <p:ph idx="4" type="body"/>
          </p:nvPr>
        </p:nvSpPr>
        <p:spPr>
          <a:xfrm>
            <a:off x="1143689" y="540904"/>
            <a:ext cx="2174546"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8" name="Google Shape;78;p10"/>
          <p:cNvSpPr txBox="1"/>
          <p:nvPr/>
        </p:nvSpPr>
        <p:spPr>
          <a:xfrm>
            <a:off x="10985700" y="476240"/>
            <a:ext cx="671977" cy="307777"/>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_2">
  <p:cSld name="Table_2">
    <p:spTree>
      <p:nvGrpSpPr>
        <p:cNvPr id="79" name="Shape 79"/>
        <p:cNvGrpSpPr/>
        <p:nvPr/>
      </p:nvGrpSpPr>
      <p:grpSpPr>
        <a:xfrm>
          <a:off x="0" y="0"/>
          <a:ext cx="0" cy="0"/>
          <a:chOff x="0" y="0"/>
          <a:chExt cx="0" cy="0"/>
        </a:xfrm>
      </p:grpSpPr>
      <p:pic>
        <p:nvPicPr>
          <p:cNvPr descr="Icon&#10;&#10;Description automatically generated" id="80" name="Google Shape;80;p11"/>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81" name="Google Shape;81;p11"/>
          <p:cNvSpPr txBox="1"/>
          <p:nvPr>
            <p:ph idx="1" type="body"/>
          </p:nvPr>
        </p:nvSpPr>
        <p:spPr>
          <a:xfrm>
            <a:off x="585787" y="1447064"/>
            <a:ext cx="7617877" cy="537011"/>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1000"/>
              </a:spcBef>
              <a:spcAft>
                <a:spcPts val="0"/>
              </a:spcAft>
              <a:buClr>
                <a:srgbClr val="0E2D69"/>
              </a:buClr>
              <a:buSzPts val="1600"/>
              <a:buFont typeface="Arial"/>
              <a:buNone/>
              <a:defRPr b="0" i="0" sz="1600" u="none" cap="none" strike="noStrike">
                <a:solidFill>
                  <a:srgbClr val="0E2D69"/>
                </a:solidFill>
                <a:latin typeface="Arial"/>
                <a:ea typeface="Arial"/>
                <a:cs typeface="Arial"/>
                <a:sym typeface="Arial"/>
              </a:defRPr>
            </a:lvl1pPr>
            <a:lvl2pPr indent="-330200" lvl="1" marL="9144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2pPr>
            <a:lvl3pPr indent="-330200" lvl="2" marL="13716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3pPr>
            <a:lvl4pPr indent="-330200" lvl="3" marL="18288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4pPr>
            <a:lvl5pPr indent="-330200" lvl="4" marL="22860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2" name="Google Shape;82;p11"/>
          <p:cNvSpPr txBox="1"/>
          <p:nvPr>
            <p:ph idx="2" type="body"/>
          </p:nvPr>
        </p:nvSpPr>
        <p:spPr>
          <a:xfrm>
            <a:off x="585788" y="5739189"/>
            <a:ext cx="6824303" cy="703205"/>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6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311150" lvl="1" marL="914400" marR="0" rtl="0" algn="l">
              <a:lnSpc>
                <a:spcPct val="90000"/>
              </a:lnSpc>
              <a:spcBef>
                <a:spcPts val="500"/>
              </a:spcBef>
              <a:spcAft>
                <a:spcPts val="0"/>
              </a:spcAft>
              <a:buClr>
                <a:srgbClr val="0E2D69"/>
              </a:buClr>
              <a:buSzPts val="1300"/>
              <a:buFont typeface="Arial"/>
              <a:buChar char="•"/>
              <a:defRPr b="0" i="0" sz="1300" u="none" cap="none" strike="noStrike">
                <a:solidFill>
                  <a:srgbClr val="0E2D69"/>
                </a:solidFill>
                <a:latin typeface="Arial"/>
                <a:ea typeface="Arial"/>
                <a:cs typeface="Arial"/>
                <a:sym typeface="Arial"/>
              </a:defRPr>
            </a:lvl2pPr>
            <a:lvl3pPr indent="-311150" lvl="2" marL="1371600" marR="0" rtl="0" algn="l">
              <a:lnSpc>
                <a:spcPct val="90000"/>
              </a:lnSpc>
              <a:spcBef>
                <a:spcPts val="500"/>
              </a:spcBef>
              <a:spcAft>
                <a:spcPts val="0"/>
              </a:spcAft>
              <a:buClr>
                <a:srgbClr val="0E2D69"/>
              </a:buClr>
              <a:buSzPts val="1300"/>
              <a:buFont typeface="Arial"/>
              <a:buChar char="•"/>
              <a:defRPr b="0" i="0" sz="1300" u="none" cap="none" strike="noStrike">
                <a:solidFill>
                  <a:srgbClr val="0E2D69"/>
                </a:solidFill>
                <a:latin typeface="Arial"/>
                <a:ea typeface="Arial"/>
                <a:cs typeface="Arial"/>
                <a:sym typeface="Arial"/>
              </a:defRPr>
            </a:lvl3pPr>
            <a:lvl4pPr indent="-311150" lvl="3" marL="1828800" marR="0" rtl="0" algn="l">
              <a:lnSpc>
                <a:spcPct val="90000"/>
              </a:lnSpc>
              <a:spcBef>
                <a:spcPts val="500"/>
              </a:spcBef>
              <a:spcAft>
                <a:spcPts val="0"/>
              </a:spcAft>
              <a:buClr>
                <a:srgbClr val="0E2D69"/>
              </a:buClr>
              <a:buSzPts val="1300"/>
              <a:buFont typeface="Arial"/>
              <a:buChar char="•"/>
              <a:defRPr b="0" i="0" sz="1300" u="none" cap="none" strike="noStrike">
                <a:solidFill>
                  <a:srgbClr val="0E2D69"/>
                </a:solidFill>
                <a:latin typeface="Arial"/>
                <a:ea typeface="Arial"/>
                <a:cs typeface="Arial"/>
                <a:sym typeface="Arial"/>
              </a:defRPr>
            </a:lvl4pPr>
            <a:lvl5pPr indent="-311150" lvl="4" marL="2286000" marR="0" rtl="0" algn="l">
              <a:lnSpc>
                <a:spcPct val="90000"/>
              </a:lnSpc>
              <a:spcBef>
                <a:spcPts val="500"/>
              </a:spcBef>
              <a:spcAft>
                <a:spcPts val="0"/>
              </a:spcAft>
              <a:buClr>
                <a:srgbClr val="0E2D69"/>
              </a:buClr>
              <a:buSzPts val="1300"/>
              <a:buFont typeface="Arial"/>
              <a:buChar char="•"/>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3" name="Google Shape;83;p11"/>
          <p:cNvSpPr/>
          <p:nvPr>
            <p:ph idx="3" type="tbl"/>
          </p:nvPr>
        </p:nvSpPr>
        <p:spPr>
          <a:xfrm>
            <a:off x="585787" y="2208362"/>
            <a:ext cx="7617895" cy="329529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4" name="Google Shape;84;p11"/>
          <p:cNvSpPr txBox="1"/>
          <p:nvPr>
            <p:ph idx="4" type="body"/>
          </p:nvPr>
        </p:nvSpPr>
        <p:spPr>
          <a:xfrm>
            <a:off x="8686807" y="2208363"/>
            <a:ext cx="2930666" cy="2570672"/>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5" name="Google Shape;85;p11"/>
          <p:cNvSpPr txBox="1"/>
          <p:nvPr>
            <p:ph idx="5" type="body"/>
          </p:nvPr>
        </p:nvSpPr>
        <p:spPr>
          <a:xfrm>
            <a:off x="1143689" y="540904"/>
            <a:ext cx="2174546"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6" name="Google Shape;86;p11"/>
          <p:cNvSpPr txBox="1"/>
          <p:nvPr/>
        </p:nvSpPr>
        <p:spPr>
          <a:xfrm>
            <a:off x="10985700" y="476240"/>
            <a:ext cx="671977" cy="307777"/>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ors">
  <p:cSld name="Colors">
    <p:spTree>
      <p:nvGrpSpPr>
        <p:cNvPr id="87" name="Shape 87"/>
        <p:cNvGrpSpPr/>
        <p:nvPr/>
      </p:nvGrpSpPr>
      <p:grpSpPr>
        <a:xfrm>
          <a:off x="0" y="0"/>
          <a:ext cx="0" cy="0"/>
          <a:chOff x="0" y="0"/>
          <a:chExt cx="0" cy="0"/>
        </a:xfrm>
      </p:grpSpPr>
      <p:pic>
        <p:nvPicPr>
          <p:cNvPr descr="Icon&#10;&#10;Description automatically generated" id="88" name="Google Shape;88;p12"/>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89" name="Google Shape;89;p12"/>
          <p:cNvSpPr txBox="1"/>
          <p:nvPr>
            <p:ph type="title"/>
          </p:nvPr>
        </p:nvSpPr>
        <p:spPr>
          <a:xfrm>
            <a:off x="585899" y="1447790"/>
            <a:ext cx="4322530" cy="777025"/>
          </a:xfrm>
          <a:prstGeom prst="rect">
            <a:avLst/>
          </a:prstGeom>
          <a:noFill/>
          <a:ln>
            <a:noFill/>
          </a:ln>
        </p:spPr>
        <p:txBody>
          <a:bodyPr anchorCtr="0" anchor="t" bIns="0" lIns="0" spcFirstLastPara="1" rIns="0" wrap="square" tIns="0">
            <a:normAutofit/>
          </a:bodyPr>
          <a:lstStyle>
            <a:lvl1pPr lvl="0" marR="0" rtl="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0" name="Google Shape;90;p12"/>
          <p:cNvSpPr txBox="1"/>
          <p:nvPr>
            <p:ph idx="1" type="body"/>
          </p:nvPr>
        </p:nvSpPr>
        <p:spPr>
          <a:xfrm>
            <a:off x="585898" y="2379663"/>
            <a:ext cx="4322531" cy="2399371"/>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1" name="Google Shape;91;p12"/>
          <p:cNvSpPr/>
          <p:nvPr/>
        </p:nvSpPr>
        <p:spPr>
          <a:xfrm>
            <a:off x="5392982" y="1447790"/>
            <a:ext cx="830997" cy="830997"/>
          </a:xfrm>
          <a:prstGeom prst="ellipse">
            <a:avLst/>
          </a:prstGeom>
          <a:solidFill>
            <a:srgbClr val="0E2D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2" name="Google Shape;92;p12"/>
          <p:cNvSpPr/>
          <p:nvPr/>
        </p:nvSpPr>
        <p:spPr>
          <a:xfrm>
            <a:off x="6742925" y="1447790"/>
            <a:ext cx="830997" cy="830997"/>
          </a:xfrm>
          <a:prstGeom prst="ellipse">
            <a:avLst/>
          </a:prstGeom>
          <a:solidFill>
            <a:srgbClr val="234A9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3" name="Google Shape;93;p12"/>
          <p:cNvSpPr/>
          <p:nvPr/>
        </p:nvSpPr>
        <p:spPr>
          <a:xfrm>
            <a:off x="8092868" y="1447790"/>
            <a:ext cx="830997" cy="830997"/>
          </a:xfrm>
          <a:prstGeom prst="ellipse">
            <a:avLst/>
          </a:prstGeom>
          <a:solidFill>
            <a:srgbClr val="11A0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4" name="Google Shape;94;p12"/>
          <p:cNvSpPr/>
          <p:nvPr/>
        </p:nvSpPr>
        <p:spPr>
          <a:xfrm>
            <a:off x="9442811" y="1447790"/>
            <a:ext cx="830997" cy="830997"/>
          </a:xfrm>
          <a:prstGeom prst="ellipse">
            <a:avLst/>
          </a:prstGeom>
          <a:solidFill>
            <a:srgbClr val="029C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5" name="Google Shape;95;p12"/>
          <p:cNvSpPr/>
          <p:nvPr/>
        </p:nvSpPr>
        <p:spPr>
          <a:xfrm>
            <a:off x="10792754" y="1447790"/>
            <a:ext cx="830997" cy="830997"/>
          </a:xfrm>
          <a:prstGeom prst="ellipse">
            <a:avLst/>
          </a:prstGeom>
          <a:solidFill>
            <a:srgbClr val="EB681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6" name="Google Shape;96;p12"/>
          <p:cNvSpPr/>
          <p:nvPr/>
        </p:nvSpPr>
        <p:spPr>
          <a:xfrm>
            <a:off x="5392982" y="2708699"/>
            <a:ext cx="830997" cy="830997"/>
          </a:xfrm>
          <a:prstGeom prst="ellipse">
            <a:avLst/>
          </a:prstGeom>
          <a:solidFill>
            <a:srgbClr val="7D4EB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7" name="Google Shape;97;p12"/>
          <p:cNvSpPr/>
          <p:nvPr/>
        </p:nvSpPr>
        <p:spPr>
          <a:xfrm>
            <a:off x="6742925" y="2708699"/>
            <a:ext cx="830997" cy="830997"/>
          </a:xfrm>
          <a:prstGeom prst="ellipse">
            <a:avLst/>
          </a:prstGeom>
          <a:solidFill>
            <a:srgbClr val="E61F3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8" name="Google Shape;98;p12"/>
          <p:cNvSpPr/>
          <p:nvPr/>
        </p:nvSpPr>
        <p:spPr>
          <a:xfrm>
            <a:off x="8092868" y="2708699"/>
            <a:ext cx="830997" cy="830997"/>
          </a:xfrm>
          <a:prstGeom prst="ellipse">
            <a:avLst/>
          </a:prstGeom>
          <a:solidFill>
            <a:srgbClr val="FBBA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9" name="Google Shape;99;p12"/>
          <p:cNvSpPr/>
          <p:nvPr/>
        </p:nvSpPr>
        <p:spPr>
          <a:xfrm>
            <a:off x="9442811" y="2708699"/>
            <a:ext cx="830997" cy="830997"/>
          </a:xfrm>
          <a:prstGeom prst="ellipse">
            <a:avLst/>
          </a:prstGeom>
          <a:solidFill>
            <a:srgbClr val="7DA0D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0" name="Google Shape;100;p12"/>
          <p:cNvSpPr/>
          <p:nvPr/>
        </p:nvSpPr>
        <p:spPr>
          <a:xfrm>
            <a:off x="10792754" y="2708699"/>
            <a:ext cx="830997" cy="830997"/>
          </a:xfrm>
          <a:prstGeom prst="ellipse">
            <a:avLst/>
          </a:prstGeom>
          <a:solidFill>
            <a:srgbClr val="47A0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1" name="Google Shape;101;p12"/>
          <p:cNvSpPr/>
          <p:nvPr/>
        </p:nvSpPr>
        <p:spPr>
          <a:xfrm>
            <a:off x="5392982" y="3969609"/>
            <a:ext cx="830997" cy="830997"/>
          </a:xfrm>
          <a:prstGeom prst="ellipse">
            <a:avLst/>
          </a:prstGeom>
          <a:solidFill>
            <a:srgbClr val="EB8C3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2" name="Google Shape;102;p12"/>
          <p:cNvSpPr/>
          <p:nvPr/>
        </p:nvSpPr>
        <p:spPr>
          <a:xfrm>
            <a:off x="6742925" y="3969609"/>
            <a:ext cx="830997" cy="830997"/>
          </a:xfrm>
          <a:prstGeom prst="ellipse">
            <a:avLst/>
          </a:prstGeom>
          <a:solidFill>
            <a:srgbClr val="9662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3" name="Google Shape;103;p12"/>
          <p:cNvSpPr/>
          <p:nvPr/>
        </p:nvSpPr>
        <p:spPr>
          <a:xfrm>
            <a:off x="8092868" y="3969609"/>
            <a:ext cx="830997" cy="830997"/>
          </a:xfrm>
          <a:prstGeom prst="ellipse">
            <a:avLst/>
          </a:prstGeom>
          <a:solidFill>
            <a:srgbClr val="CD5A5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4" name="Google Shape;104;p12"/>
          <p:cNvSpPr/>
          <p:nvPr/>
        </p:nvSpPr>
        <p:spPr>
          <a:xfrm>
            <a:off x="9442811" y="3969609"/>
            <a:ext cx="830997" cy="830997"/>
          </a:xfrm>
          <a:prstGeom prst="ellipse">
            <a:avLst/>
          </a:prstGeom>
          <a:solidFill>
            <a:srgbClr val="FFD7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5" name="Google Shape;105;p12"/>
          <p:cNvSpPr/>
          <p:nvPr/>
        </p:nvSpPr>
        <p:spPr>
          <a:xfrm>
            <a:off x="10792754" y="3969609"/>
            <a:ext cx="830997" cy="830997"/>
          </a:xfrm>
          <a:prstGeom prst="ellipse">
            <a:avLst/>
          </a:prstGeom>
          <a:solidFill>
            <a:srgbClr val="CDDD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6" name="Google Shape;106;p12"/>
          <p:cNvSpPr/>
          <p:nvPr/>
        </p:nvSpPr>
        <p:spPr>
          <a:xfrm>
            <a:off x="5392982" y="5249769"/>
            <a:ext cx="830997" cy="830997"/>
          </a:xfrm>
          <a:prstGeom prst="ellipse">
            <a:avLst/>
          </a:prstGeom>
          <a:solidFill>
            <a:srgbClr val="D7EBB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7" name="Google Shape;107;p12"/>
          <p:cNvSpPr/>
          <p:nvPr/>
        </p:nvSpPr>
        <p:spPr>
          <a:xfrm>
            <a:off x="6742925" y="5249769"/>
            <a:ext cx="830997" cy="830997"/>
          </a:xfrm>
          <a:prstGeom prst="ellipse">
            <a:avLst/>
          </a:prstGeom>
          <a:solidFill>
            <a:srgbClr val="FFDC9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8" name="Google Shape;108;p12"/>
          <p:cNvSpPr/>
          <p:nvPr/>
        </p:nvSpPr>
        <p:spPr>
          <a:xfrm>
            <a:off x="8092868" y="5249769"/>
            <a:ext cx="830997" cy="830997"/>
          </a:xfrm>
          <a:prstGeom prst="ellipse">
            <a:avLst/>
          </a:prstGeom>
          <a:solidFill>
            <a:srgbClr val="D7C3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9" name="Google Shape;109;p12"/>
          <p:cNvSpPr/>
          <p:nvPr/>
        </p:nvSpPr>
        <p:spPr>
          <a:xfrm>
            <a:off x="9442811" y="5249769"/>
            <a:ext cx="830997" cy="830997"/>
          </a:xfrm>
          <a:prstGeom prst="ellipse">
            <a:avLst/>
          </a:prstGeom>
          <a:solidFill>
            <a:srgbClr val="F6C3C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0" name="Google Shape;110;p12"/>
          <p:cNvSpPr/>
          <p:nvPr/>
        </p:nvSpPr>
        <p:spPr>
          <a:xfrm>
            <a:off x="10792754" y="5249769"/>
            <a:ext cx="830997" cy="830997"/>
          </a:xfrm>
          <a:prstGeom prst="ellipse">
            <a:avLst/>
          </a:prstGeom>
          <a:solidFill>
            <a:srgbClr val="FFF07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1" name="Google Shape;111;p12"/>
          <p:cNvSpPr txBox="1"/>
          <p:nvPr>
            <p:ph idx="2" type="body"/>
          </p:nvPr>
        </p:nvSpPr>
        <p:spPr>
          <a:xfrm>
            <a:off x="1143689" y="540904"/>
            <a:ext cx="2174546"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2" name="Google Shape;112;p12"/>
          <p:cNvSpPr txBox="1"/>
          <p:nvPr/>
        </p:nvSpPr>
        <p:spPr>
          <a:xfrm>
            <a:off x="10985700" y="476240"/>
            <a:ext cx="671977" cy="307777"/>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ean">
  <p:cSld name="Clean">
    <p:spTree>
      <p:nvGrpSpPr>
        <p:cNvPr id="113" name="Shape 113"/>
        <p:cNvGrpSpPr/>
        <p:nvPr/>
      </p:nvGrpSpPr>
      <p:grpSpPr>
        <a:xfrm>
          <a:off x="0" y="0"/>
          <a:ext cx="0" cy="0"/>
          <a:chOff x="0" y="0"/>
          <a:chExt cx="0" cy="0"/>
        </a:xfrm>
      </p:grpSpPr>
      <p:pic>
        <p:nvPicPr>
          <p:cNvPr descr="Icon&#10;&#10;Description automatically generated" id="114" name="Google Shape;114;p13"/>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115" name="Google Shape;115;p13"/>
          <p:cNvSpPr txBox="1"/>
          <p:nvPr>
            <p:ph idx="1" type="body"/>
          </p:nvPr>
        </p:nvSpPr>
        <p:spPr>
          <a:xfrm>
            <a:off x="1143689" y="540904"/>
            <a:ext cx="2174546"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13"/>
          <p:cNvSpPr txBox="1"/>
          <p:nvPr/>
        </p:nvSpPr>
        <p:spPr>
          <a:xfrm>
            <a:off x="10985700" y="476240"/>
            <a:ext cx="671977" cy="307777"/>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al_1">
  <p:cSld name="Final_1">
    <p:spTree>
      <p:nvGrpSpPr>
        <p:cNvPr id="117" name="Shape 117"/>
        <p:cNvGrpSpPr/>
        <p:nvPr/>
      </p:nvGrpSpPr>
      <p:grpSpPr>
        <a:xfrm>
          <a:off x="0" y="0"/>
          <a:ext cx="0" cy="0"/>
          <a:chOff x="0" y="0"/>
          <a:chExt cx="0" cy="0"/>
        </a:xfrm>
      </p:grpSpPr>
      <p:pic>
        <p:nvPicPr>
          <p:cNvPr id="118" name="Google Shape;118;p14"/>
          <p:cNvPicPr preferRelativeResize="0"/>
          <p:nvPr/>
        </p:nvPicPr>
        <p:blipFill rotWithShape="1">
          <a:blip r:embed="rId2">
            <a:alphaModFix/>
          </a:blip>
          <a:srcRect b="0" l="0" r="0" t="0"/>
          <a:stretch/>
        </p:blipFill>
        <p:spPr>
          <a:xfrm>
            <a:off x="5196000" y="2529000"/>
            <a:ext cx="1800000" cy="18000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al_2">
  <p:cSld name="Final_2">
    <p:bg>
      <p:bgPr>
        <a:solidFill>
          <a:srgbClr val="0E2D69"/>
        </a:solidFill>
      </p:bgPr>
    </p:bg>
    <p:spTree>
      <p:nvGrpSpPr>
        <p:cNvPr id="119" name="Shape 119"/>
        <p:cNvGrpSpPr/>
        <p:nvPr/>
      </p:nvGrpSpPr>
      <p:grpSpPr>
        <a:xfrm>
          <a:off x="0" y="0"/>
          <a:ext cx="0" cy="0"/>
          <a:chOff x="0" y="0"/>
          <a:chExt cx="0" cy="0"/>
        </a:xfrm>
      </p:grpSpPr>
      <p:pic>
        <p:nvPicPr>
          <p:cNvPr id="120" name="Google Shape;120;p15"/>
          <p:cNvPicPr preferRelativeResize="0"/>
          <p:nvPr/>
        </p:nvPicPr>
        <p:blipFill rotWithShape="1">
          <a:blip r:embed="rId2">
            <a:alphaModFix/>
          </a:blip>
          <a:srcRect b="0" l="0" r="0" t="0"/>
          <a:stretch/>
        </p:blipFill>
        <p:spPr>
          <a:xfrm>
            <a:off x="5196000" y="2529000"/>
            <a:ext cx="1800000" cy="18000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_3">
  <p:cSld name="Text_3">
    <p:spTree>
      <p:nvGrpSpPr>
        <p:cNvPr id="122" name="Shape 122"/>
        <p:cNvGrpSpPr/>
        <p:nvPr/>
      </p:nvGrpSpPr>
      <p:grpSpPr>
        <a:xfrm>
          <a:off x="0" y="0"/>
          <a:ext cx="0" cy="0"/>
          <a:chOff x="0" y="0"/>
          <a:chExt cx="0" cy="0"/>
        </a:xfrm>
      </p:grpSpPr>
      <p:pic>
        <p:nvPicPr>
          <p:cNvPr id="123" name="Google Shape;123;p17"/>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124" name="Google Shape;124;p17"/>
          <p:cNvSpPr txBox="1"/>
          <p:nvPr>
            <p:ph idx="1" type="body"/>
          </p:nvPr>
        </p:nvSpPr>
        <p:spPr>
          <a:xfrm>
            <a:off x="585898" y="2379663"/>
            <a:ext cx="4322531" cy="2399371"/>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5" name="Google Shape;125;p17"/>
          <p:cNvSpPr txBox="1"/>
          <p:nvPr>
            <p:ph idx="2" type="body"/>
          </p:nvPr>
        </p:nvSpPr>
        <p:spPr>
          <a:xfrm>
            <a:off x="585897" y="5183249"/>
            <a:ext cx="3934345" cy="553998"/>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000"/>
              <a:buFont typeface="Arial"/>
              <a:buNone/>
              <a:defRPr b="0" i="0" sz="10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17"/>
          <p:cNvSpPr txBox="1"/>
          <p:nvPr>
            <p:ph idx="3" type="body"/>
          </p:nvPr>
        </p:nvSpPr>
        <p:spPr>
          <a:xfrm>
            <a:off x="6259892" y="2379663"/>
            <a:ext cx="5383968" cy="3451794"/>
          </a:xfrm>
          <a:prstGeom prst="rect">
            <a:avLst/>
          </a:prstGeom>
          <a:noFill/>
          <a:ln>
            <a:noFill/>
          </a:ln>
        </p:spPr>
        <p:txBody>
          <a:bodyPr anchorCtr="0" anchor="t" bIns="0" lIns="0" spcFirstLastPara="1" rIns="0" wrap="square" tIns="0">
            <a:normAutofit/>
          </a:bodyPr>
          <a:lstStyle>
            <a:lvl1pPr indent="-228600" lvl="0" marL="457200" marR="0" rtl="0" algn="l">
              <a:lnSpc>
                <a:spcPct val="90000"/>
              </a:lnSpc>
              <a:spcBef>
                <a:spcPts val="1000"/>
              </a:spcBef>
              <a:spcAft>
                <a:spcPts val="0"/>
              </a:spcAft>
              <a:buClr>
                <a:srgbClr val="0E2D69"/>
              </a:buClr>
              <a:buSzPts val="3200"/>
              <a:buFont typeface="Arial"/>
              <a:buNone/>
              <a:defRPr b="0" i="0" sz="3200" u="none" cap="none" strike="noStrike">
                <a:solidFill>
                  <a:srgbClr val="0E2D69"/>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7" name="Google Shape;127;p17"/>
          <p:cNvSpPr txBox="1"/>
          <p:nvPr>
            <p:ph type="title"/>
          </p:nvPr>
        </p:nvSpPr>
        <p:spPr>
          <a:xfrm>
            <a:off x="585897" y="1447790"/>
            <a:ext cx="11057955" cy="777025"/>
          </a:xfrm>
          <a:prstGeom prst="rect">
            <a:avLst/>
          </a:prstGeom>
          <a:noFill/>
          <a:ln>
            <a:noFill/>
          </a:ln>
        </p:spPr>
        <p:txBody>
          <a:bodyPr anchorCtr="0" anchor="t" bIns="0" lIns="0" spcFirstLastPara="1" rIns="0" wrap="square" tIns="0">
            <a:normAutofit/>
          </a:bodyPr>
          <a:lstStyle>
            <a:lvl1pPr lvl="0" marR="0" rtl="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8" name="Google Shape;128;p17"/>
          <p:cNvSpPr txBox="1"/>
          <p:nvPr>
            <p:ph idx="4" type="body"/>
          </p:nvPr>
        </p:nvSpPr>
        <p:spPr>
          <a:xfrm>
            <a:off x="1143689" y="540904"/>
            <a:ext cx="2174546"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9" name="Google Shape;129;p17"/>
          <p:cNvSpPr/>
          <p:nvPr/>
        </p:nvSpPr>
        <p:spPr>
          <a:xfrm>
            <a:off x="10985700" y="476240"/>
            <a:ext cx="671977" cy="307777"/>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1">
  <p:cSld name="Title_1">
    <p:bg>
      <p:bgPr>
        <a:blipFill>
          <a:blip r:embed="rId2">
            <a:alphaModFix/>
          </a:blip>
          <a:stretch>
            <a:fillRect/>
          </a:stretch>
        </a:blipFill>
      </p:bgPr>
    </p:bg>
    <p:spTree>
      <p:nvGrpSpPr>
        <p:cNvPr id="130" name="Shape 130"/>
        <p:cNvGrpSpPr/>
        <p:nvPr/>
      </p:nvGrpSpPr>
      <p:grpSpPr>
        <a:xfrm>
          <a:off x="0" y="0"/>
          <a:ext cx="0" cy="0"/>
          <a:chOff x="0" y="0"/>
          <a:chExt cx="0" cy="0"/>
        </a:xfrm>
      </p:grpSpPr>
      <p:pic>
        <p:nvPicPr>
          <p:cNvPr id="131" name="Google Shape;131;p18"/>
          <p:cNvPicPr preferRelativeResize="0"/>
          <p:nvPr/>
        </p:nvPicPr>
        <p:blipFill rotWithShape="1">
          <a:blip r:embed="rId3">
            <a:alphaModFix/>
          </a:blip>
          <a:srcRect b="0" l="0" r="0" t="0"/>
          <a:stretch/>
        </p:blipFill>
        <p:spPr>
          <a:xfrm>
            <a:off x="1013859" y="962173"/>
            <a:ext cx="886499" cy="886499"/>
          </a:xfrm>
          <a:prstGeom prst="rect">
            <a:avLst/>
          </a:prstGeom>
          <a:noFill/>
          <a:ln>
            <a:noFill/>
          </a:ln>
        </p:spPr>
      </p:pic>
      <p:sp>
        <p:nvSpPr>
          <p:cNvPr id="132" name="Google Shape;132;p18"/>
          <p:cNvSpPr txBox="1"/>
          <p:nvPr>
            <p:ph type="title"/>
          </p:nvPr>
        </p:nvSpPr>
        <p:spPr>
          <a:xfrm>
            <a:off x="1027967" y="2404670"/>
            <a:ext cx="7634059" cy="1978323"/>
          </a:xfrm>
          <a:prstGeom prst="rect">
            <a:avLst/>
          </a:prstGeom>
          <a:noFill/>
          <a:ln>
            <a:noFill/>
          </a:ln>
        </p:spPr>
        <p:txBody>
          <a:bodyPr anchorCtr="0" anchor="t" bIns="0" lIns="0" spcFirstLastPara="1" rIns="0" wrap="square" tIns="0">
            <a:normAutofit/>
          </a:bodyPr>
          <a:lstStyle>
            <a:lvl1pPr lvl="0" marR="0" rtl="0" algn="l">
              <a:lnSpc>
                <a:spcPct val="100000"/>
              </a:lnSpc>
              <a:spcBef>
                <a:spcPts val="0"/>
              </a:spcBef>
              <a:spcAft>
                <a:spcPts val="0"/>
              </a:spcAft>
              <a:buClr>
                <a:srgbClr val="0E2D69"/>
              </a:buClr>
              <a:buSzPts val="4300"/>
              <a:buFont typeface="Arial"/>
              <a:buNone/>
              <a:defRPr b="0" i="0" sz="4300" u="none" cap="none" strike="noStrike">
                <a:solidFill>
                  <a:srgbClr val="0E2D69"/>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3" name="Google Shape;133;p18"/>
          <p:cNvSpPr txBox="1"/>
          <p:nvPr>
            <p:ph idx="1" type="body"/>
          </p:nvPr>
        </p:nvSpPr>
        <p:spPr>
          <a:xfrm>
            <a:off x="2074947" y="1187841"/>
            <a:ext cx="3848717" cy="435163"/>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4" name="Google Shape;134;p18"/>
          <p:cNvSpPr txBox="1"/>
          <p:nvPr>
            <p:ph idx="2" type="body"/>
          </p:nvPr>
        </p:nvSpPr>
        <p:spPr>
          <a:xfrm>
            <a:off x="6259420" y="1173829"/>
            <a:ext cx="2278063" cy="463186"/>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E2D69"/>
              </a:buClr>
              <a:buSzPts val="1200"/>
              <a:buFont typeface="Arial"/>
              <a:buNone/>
              <a:defRPr b="0" i="0" sz="1200" u="none" cap="none" strike="noStrike">
                <a:solidFill>
                  <a:srgbClr val="0E2D69"/>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5" name="Google Shape;135;p18"/>
          <p:cNvSpPr txBox="1"/>
          <p:nvPr>
            <p:ph idx="3" type="body"/>
          </p:nvPr>
        </p:nvSpPr>
        <p:spPr>
          <a:xfrm>
            <a:off x="1027967" y="6189042"/>
            <a:ext cx="2217738" cy="230046"/>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E2D69"/>
              </a:buClr>
              <a:buSzPts val="1200"/>
              <a:buFont typeface="Arial"/>
              <a:buNone/>
              <a:defRPr b="0" i="0" sz="1200" u="none" cap="none" strike="noStrike">
                <a:solidFill>
                  <a:srgbClr val="0E2D69"/>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6" name="Google Shape;136;p18"/>
          <p:cNvSpPr txBox="1"/>
          <p:nvPr>
            <p:ph idx="4" type="body"/>
          </p:nvPr>
        </p:nvSpPr>
        <p:spPr>
          <a:xfrm>
            <a:off x="1027967" y="4824914"/>
            <a:ext cx="7625267" cy="65286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E2D69"/>
              </a:buClr>
              <a:buSzPts val="1600"/>
              <a:buFont typeface="Arial"/>
              <a:buNone/>
              <a:defRPr b="0" i="0" sz="1600" u="none" cap="none" strike="noStrike">
                <a:solidFill>
                  <a:srgbClr val="0E2D69"/>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2">
  <p:cSld name="Title_2">
    <p:bg>
      <p:bgPr>
        <a:blipFill>
          <a:blip r:embed="rId2">
            <a:alphaModFix/>
          </a:blip>
          <a:stretch>
            <a:fillRect/>
          </a:stretch>
        </a:blipFill>
      </p:bgPr>
    </p:bg>
    <p:spTree>
      <p:nvGrpSpPr>
        <p:cNvPr id="137" name="Shape 137"/>
        <p:cNvGrpSpPr/>
        <p:nvPr/>
      </p:nvGrpSpPr>
      <p:grpSpPr>
        <a:xfrm>
          <a:off x="0" y="0"/>
          <a:ext cx="0" cy="0"/>
          <a:chOff x="0" y="0"/>
          <a:chExt cx="0" cy="0"/>
        </a:xfrm>
      </p:grpSpPr>
      <p:pic>
        <p:nvPicPr>
          <p:cNvPr id="138" name="Google Shape;138;p19"/>
          <p:cNvPicPr preferRelativeResize="0"/>
          <p:nvPr/>
        </p:nvPicPr>
        <p:blipFill rotWithShape="1">
          <a:blip r:embed="rId3">
            <a:alphaModFix/>
          </a:blip>
          <a:srcRect b="0" l="0" r="0" t="0"/>
          <a:stretch/>
        </p:blipFill>
        <p:spPr>
          <a:xfrm>
            <a:off x="1013859" y="962173"/>
            <a:ext cx="886499" cy="886499"/>
          </a:xfrm>
          <a:prstGeom prst="rect">
            <a:avLst/>
          </a:prstGeom>
          <a:noFill/>
          <a:ln>
            <a:noFill/>
          </a:ln>
        </p:spPr>
      </p:pic>
      <p:sp>
        <p:nvSpPr>
          <p:cNvPr id="139" name="Google Shape;139;p19"/>
          <p:cNvSpPr txBox="1"/>
          <p:nvPr>
            <p:ph type="title"/>
          </p:nvPr>
        </p:nvSpPr>
        <p:spPr>
          <a:xfrm>
            <a:off x="1027967" y="2404670"/>
            <a:ext cx="7634059" cy="1978323"/>
          </a:xfrm>
          <a:prstGeom prst="rect">
            <a:avLst/>
          </a:prstGeom>
          <a:noFill/>
          <a:ln>
            <a:noFill/>
          </a:ln>
        </p:spPr>
        <p:txBody>
          <a:bodyPr anchorCtr="0" anchor="t" bIns="0" lIns="0" spcFirstLastPara="1" rIns="0" wrap="square" tIns="0">
            <a:normAutofit/>
          </a:bodyPr>
          <a:lstStyle>
            <a:lvl1pPr lvl="0" marR="0" rtl="0" algn="l">
              <a:lnSpc>
                <a:spcPct val="100000"/>
              </a:lnSpc>
              <a:spcBef>
                <a:spcPts val="0"/>
              </a:spcBef>
              <a:spcAft>
                <a:spcPts val="0"/>
              </a:spcAft>
              <a:buClr>
                <a:schemeClr val="lt1"/>
              </a:buClr>
              <a:buSzPts val="4300"/>
              <a:buFont typeface="Arial"/>
              <a:buNone/>
              <a:defRPr b="0" i="0" sz="43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0" name="Google Shape;140;p19"/>
          <p:cNvSpPr txBox="1"/>
          <p:nvPr>
            <p:ph idx="1" type="body"/>
          </p:nvPr>
        </p:nvSpPr>
        <p:spPr>
          <a:xfrm>
            <a:off x="2074947" y="1187841"/>
            <a:ext cx="3848717" cy="435163"/>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lt1"/>
              </a:buClr>
              <a:buSzPts val="1600"/>
              <a:buFont typeface="Arial"/>
              <a:buNone/>
              <a:defRPr b="0" i="0" sz="1600" u="none" cap="none" strike="noStrike">
                <a:solidFill>
                  <a:schemeClr val="lt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1" name="Google Shape;141;p19"/>
          <p:cNvSpPr txBox="1"/>
          <p:nvPr>
            <p:ph idx="2" type="body"/>
          </p:nvPr>
        </p:nvSpPr>
        <p:spPr>
          <a:xfrm>
            <a:off x="6259420" y="1173829"/>
            <a:ext cx="2278063" cy="463186"/>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lt1"/>
              </a:buClr>
              <a:buSzPts val="1200"/>
              <a:buFont typeface="Arial"/>
              <a:buNone/>
              <a:defRPr b="0" i="0" sz="1200" u="none" cap="none" strike="noStrike">
                <a:solidFill>
                  <a:schemeClr val="lt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2" name="Google Shape;142;p19"/>
          <p:cNvSpPr txBox="1"/>
          <p:nvPr>
            <p:ph idx="3" type="body"/>
          </p:nvPr>
        </p:nvSpPr>
        <p:spPr>
          <a:xfrm>
            <a:off x="1027967" y="6189042"/>
            <a:ext cx="2217738" cy="230046"/>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lt1"/>
              </a:buClr>
              <a:buSzPts val="1200"/>
              <a:buFont typeface="Arial"/>
              <a:buNone/>
              <a:defRPr b="0" i="0" sz="1200" u="none" cap="none" strike="noStrike">
                <a:solidFill>
                  <a:schemeClr val="lt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43" name="Google Shape;143;p19"/>
          <p:cNvSpPr txBox="1"/>
          <p:nvPr>
            <p:ph idx="4" type="body"/>
          </p:nvPr>
        </p:nvSpPr>
        <p:spPr>
          <a:xfrm>
            <a:off x="1027967" y="4824914"/>
            <a:ext cx="7625267" cy="65286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chemeClr val="lt1"/>
              </a:buClr>
              <a:buSzPts val="1600"/>
              <a:buFont typeface="Arial"/>
              <a:buNone/>
              <a:defRPr b="0" i="0" sz="1600" u="none" cap="none" strike="noStrike">
                <a:solidFill>
                  <a:schemeClr val="lt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_1">
  <p:cSld name="Text_1">
    <p:spTree>
      <p:nvGrpSpPr>
        <p:cNvPr id="144" name="Shape 144"/>
        <p:cNvGrpSpPr/>
        <p:nvPr/>
      </p:nvGrpSpPr>
      <p:grpSpPr>
        <a:xfrm>
          <a:off x="0" y="0"/>
          <a:ext cx="0" cy="0"/>
          <a:chOff x="0" y="0"/>
          <a:chExt cx="0" cy="0"/>
        </a:xfrm>
      </p:grpSpPr>
      <p:pic>
        <p:nvPicPr>
          <p:cNvPr id="145" name="Google Shape;145;p20"/>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146" name="Google Shape;146;p20"/>
          <p:cNvSpPr/>
          <p:nvPr/>
        </p:nvSpPr>
        <p:spPr>
          <a:xfrm>
            <a:off x="10985700" y="476240"/>
            <a:ext cx="671977" cy="307777"/>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
        <p:nvSpPr>
          <p:cNvPr id="147" name="Google Shape;147;p20"/>
          <p:cNvSpPr/>
          <p:nvPr>
            <p:ph idx="2" type="pic"/>
          </p:nvPr>
        </p:nvSpPr>
        <p:spPr>
          <a:xfrm>
            <a:off x="6684653" y="1447790"/>
            <a:ext cx="4325167" cy="4325107"/>
          </a:xfrm>
          <a:prstGeom prst="rect">
            <a:avLst/>
          </a:prstGeom>
          <a:solidFill>
            <a:srgbClr val="D9D9D9"/>
          </a:solidFill>
          <a:ln>
            <a:noFill/>
          </a:ln>
        </p:spPr>
      </p:sp>
      <p:sp>
        <p:nvSpPr>
          <p:cNvPr id="148" name="Google Shape;148;p20"/>
          <p:cNvSpPr txBox="1"/>
          <p:nvPr>
            <p:ph type="title"/>
          </p:nvPr>
        </p:nvSpPr>
        <p:spPr>
          <a:xfrm>
            <a:off x="585898" y="1447790"/>
            <a:ext cx="5245560" cy="777025"/>
          </a:xfrm>
          <a:prstGeom prst="rect">
            <a:avLst/>
          </a:prstGeom>
          <a:noFill/>
          <a:ln>
            <a:noFill/>
          </a:ln>
        </p:spPr>
        <p:txBody>
          <a:bodyPr anchorCtr="0" anchor="t" bIns="0" lIns="0" spcFirstLastPara="1" rIns="0" wrap="square" tIns="0">
            <a:normAutofit/>
          </a:bodyPr>
          <a:lstStyle>
            <a:lvl1pPr lvl="0" marR="0" rtl="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9" name="Google Shape;149;p20"/>
          <p:cNvSpPr txBox="1"/>
          <p:nvPr>
            <p:ph idx="1" type="body"/>
          </p:nvPr>
        </p:nvSpPr>
        <p:spPr>
          <a:xfrm>
            <a:off x="585897" y="2379663"/>
            <a:ext cx="5245561" cy="3393234"/>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0" name="Google Shape;150;p20"/>
          <p:cNvSpPr txBox="1"/>
          <p:nvPr>
            <p:ph idx="3" type="body"/>
          </p:nvPr>
        </p:nvSpPr>
        <p:spPr>
          <a:xfrm>
            <a:off x="1143688" y="540904"/>
            <a:ext cx="2174547"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_2">
  <p:cSld name="Text_2">
    <p:spTree>
      <p:nvGrpSpPr>
        <p:cNvPr id="151" name="Shape 151"/>
        <p:cNvGrpSpPr/>
        <p:nvPr/>
      </p:nvGrpSpPr>
      <p:grpSpPr>
        <a:xfrm>
          <a:off x="0" y="0"/>
          <a:ext cx="0" cy="0"/>
          <a:chOff x="0" y="0"/>
          <a:chExt cx="0" cy="0"/>
        </a:xfrm>
      </p:grpSpPr>
      <p:pic>
        <p:nvPicPr>
          <p:cNvPr id="152" name="Google Shape;152;p21"/>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153" name="Google Shape;153;p21"/>
          <p:cNvSpPr txBox="1"/>
          <p:nvPr>
            <p:ph type="title"/>
          </p:nvPr>
        </p:nvSpPr>
        <p:spPr>
          <a:xfrm>
            <a:off x="585897" y="1447790"/>
            <a:ext cx="11057955" cy="777025"/>
          </a:xfrm>
          <a:prstGeom prst="rect">
            <a:avLst/>
          </a:prstGeom>
          <a:noFill/>
          <a:ln>
            <a:noFill/>
          </a:ln>
        </p:spPr>
        <p:txBody>
          <a:bodyPr anchorCtr="0" anchor="t" bIns="0" lIns="0" spcFirstLastPara="1" rIns="0" wrap="square" tIns="0">
            <a:normAutofit/>
          </a:bodyPr>
          <a:lstStyle>
            <a:lvl1pPr lvl="0" marR="0" rtl="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4" name="Google Shape;154;p21"/>
          <p:cNvSpPr txBox="1"/>
          <p:nvPr>
            <p:ph idx="1" type="body"/>
          </p:nvPr>
        </p:nvSpPr>
        <p:spPr>
          <a:xfrm>
            <a:off x="585897" y="2379663"/>
            <a:ext cx="11057971" cy="3745092"/>
          </a:xfrm>
          <a:prstGeom prst="rect">
            <a:avLst/>
          </a:prstGeom>
          <a:noFill/>
          <a:ln>
            <a:noFill/>
          </a:ln>
        </p:spPr>
        <p:txBody>
          <a:bodyPr anchorCtr="0" anchor="t" bIns="45700" lIns="0" spcFirstLastPara="1" rIns="0" wrap="square" tIns="0">
            <a:noAutofit/>
          </a:bodyPr>
          <a:lstStyle>
            <a:lvl1pPr indent="-228600" lvl="0" marL="457200" marR="0" rtl="0" algn="l">
              <a:lnSpc>
                <a:spcPct val="100000"/>
              </a:lnSpc>
              <a:spcBef>
                <a:spcPts val="12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5" name="Google Shape;155;p21"/>
          <p:cNvSpPr txBox="1"/>
          <p:nvPr>
            <p:ph idx="2" type="body"/>
          </p:nvPr>
        </p:nvSpPr>
        <p:spPr>
          <a:xfrm>
            <a:off x="1143689" y="540904"/>
            <a:ext cx="2174546"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6" name="Google Shape;156;p21"/>
          <p:cNvSpPr/>
          <p:nvPr/>
        </p:nvSpPr>
        <p:spPr>
          <a:xfrm>
            <a:off x="10985700" y="476240"/>
            <a:ext cx="671977" cy="307777"/>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hart_1">
  <p:cSld name="Сhart_1">
    <p:spTree>
      <p:nvGrpSpPr>
        <p:cNvPr id="157" name="Shape 157"/>
        <p:cNvGrpSpPr/>
        <p:nvPr/>
      </p:nvGrpSpPr>
      <p:grpSpPr>
        <a:xfrm>
          <a:off x="0" y="0"/>
          <a:ext cx="0" cy="0"/>
          <a:chOff x="0" y="0"/>
          <a:chExt cx="0" cy="0"/>
        </a:xfrm>
      </p:grpSpPr>
      <p:pic>
        <p:nvPicPr>
          <p:cNvPr id="158" name="Google Shape;158;p22"/>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159" name="Google Shape;159;p22"/>
          <p:cNvSpPr txBox="1"/>
          <p:nvPr>
            <p:ph type="title"/>
          </p:nvPr>
        </p:nvSpPr>
        <p:spPr>
          <a:xfrm>
            <a:off x="585899" y="1447790"/>
            <a:ext cx="4322530" cy="777025"/>
          </a:xfrm>
          <a:prstGeom prst="rect">
            <a:avLst/>
          </a:prstGeom>
          <a:noFill/>
          <a:ln>
            <a:noFill/>
          </a:ln>
        </p:spPr>
        <p:txBody>
          <a:bodyPr anchorCtr="0" anchor="t" bIns="0" lIns="0" spcFirstLastPara="1" rIns="0" wrap="square" tIns="0">
            <a:normAutofit/>
          </a:bodyPr>
          <a:lstStyle>
            <a:lvl1pPr lvl="0" marR="0" rtl="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0" name="Google Shape;160;p22"/>
          <p:cNvSpPr txBox="1"/>
          <p:nvPr>
            <p:ph idx="1" type="body"/>
          </p:nvPr>
        </p:nvSpPr>
        <p:spPr>
          <a:xfrm>
            <a:off x="585898" y="2379663"/>
            <a:ext cx="4322531" cy="2399371"/>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1" name="Google Shape;161;p22"/>
          <p:cNvSpPr txBox="1"/>
          <p:nvPr>
            <p:ph idx="2" type="body"/>
          </p:nvPr>
        </p:nvSpPr>
        <p:spPr>
          <a:xfrm>
            <a:off x="585897" y="5183249"/>
            <a:ext cx="3934345" cy="553998"/>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000"/>
              <a:buFont typeface="Arial"/>
              <a:buNone/>
              <a:defRPr b="0" i="0" sz="10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2" name="Google Shape;162;p22"/>
          <p:cNvSpPr/>
          <p:nvPr>
            <p:ph idx="3" type="chart"/>
          </p:nvPr>
        </p:nvSpPr>
        <p:spPr>
          <a:xfrm>
            <a:off x="5272097" y="1447790"/>
            <a:ext cx="6371768" cy="428945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3" name="Google Shape;163;p22"/>
          <p:cNvSpPr txBox="1"/>
          <p:nvPr>
            <p:ph idx="4" type="body"/>
          </p:nvPr>
        </p:nvSpPr>
        <p:spPr>
          <a:xfrm>
            <a:off x="1143688" y="540904"/>
            <a:ext cx="2174547"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4" name="Google Shape;164;p22"/>
          <p:cNvSpPr/>
          <p:nvPr/>
        </p:nvSpPr>
        <p:spPr>
          <a:xfrm>
            <a:off x="10985700" y="476240"/>
            <a:ext cx="671977" cy="307777"/>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hart_2">
  <p:cSld name="Сhart_2">
    <p:spTree>
      <p:nvGrpSpPr>
        <p:cNvPr id="165" name="Shape 165"/>
        <p:cNvGrpSpPr/>
        <p:nvPr/>
      </p:nvGrpSpPr>
      <p:grpSpPr>
        <a:xfrm>
          <a:off x="0" y="0"/>
          <a:ext cx="0" cy="0"/>
          <a:chOff x="0" y="0"/>
          <a:chExt cx="0" cy="0"/>
        </a:xfrm>
      </p:grpSpPr>
      <p:pic>
        <p:nvPicPr>
          <p:cNvPr id="166" name="Google Shape;166;p23"/>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167" name="Google Shape;167;p23"/>
          <p:cNvSpPr txBox="1"/>
          <p:nvPr>
            <p:ph idx="1" type="body"/>
          </p:nvPr>
        </p:nvSpPr>
        <p:spPr>
          <a:xfrm>
            <a:off x="585897" y="5183249"/>
            <a:ext cx="3934345" cy="553998"/>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000"/>
              <a:buFont typeface="Arial"/>
              <a:buNone/>
              <a:defRPr b="0" i="0" sz="10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8" name="Google Shape;168;p23"/>
          <p:cNvSpPr/>
          <p:nvPr>
            <p:ph idx="2" type="chart"/>
          </p:nvPr>
        </p:nvSpPr>
        <p:spPr>
          <a:xfrm>
            <a:off x="5272097" y="1447790"/>
            <a:ext cx="6371768" cy="4289457"/>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23"/>
          <p:cNvSpPr txBox="1"/>
          <p:nvPr>
            <p:ph idx="3" type="body"/>
          </p:nvPr>
        </p:nvSpPr>
        <p:spPr>
          <a:xfrm>
            <a:off x="585788" y="1447064"/>
            <a:ext cx="4322762" cy="70320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0E2D69"/>
              </a:buClr>
              <a:buSzPts val="1600"/>
              <a:buFont typeface="Arial"/>
              <a:buNone/>
              <a:defRPr b="0" i="0" sz="1600" u="none" cap="none" strike="noStrike">
                <a:solidFill>
                  <a:srgbClr val="0E2D69"/>
                </a:solidFill>
                <a:latin typeface="Arial"/>
                <a:ea typeface="Arial"/>
                <a:cs typeface="Arial"/>
                <a:sym typeface="Arial"/>
              </a:defRPr>
            </a:lvl1pPr>
            <a:lvl2pPr indent="-330200" lvl="1" marL="9144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2pPr>
            <a:lvl3pPr indent="-330200" lvl="2" marL="13716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3pPr>
            <a:lvl4pPr indent="-330200" lvl="3" marL="18288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4pPr>
            <a:lvl5pPr indent="-330200" lvl="4" marL="22860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0" name="Google Shape;170;p23"/>
          <p:cNvSpPr txBox="1"/>
          <p:nvPr>
            <p:ph idx="4" type="body"/>
          </p:nvPr>
        </p:nvSpPr>
        <p:spPr>
          <a:xfrm>
            <a:off x="585898" y="2379663"/>
            <a:ext cx="4322531" cy="2399371"/>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1" name="Google Shape;171;p23"/>
          <p:cNvSpPr txBox="1"/>
          <p:nvPr>
            <p:ph idx="5" type="body"/>
          </p:nvPr>
        </p:nvSpPr>
        <p:spPr>
          <a:xfrm>
            <a:off x="1143689" y="540904"/>
            <a:ext cx="2174546"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2" name="Google Shape;172;p23"/>
          <p:cNvSpPr/>
          <p:nvPr/>
        </p:nvSpPr>
        <p:spPr>
          <a:xfrm>
            <a:off x="10985700" y="476240"/>
            <a:ext cx="671977" cy="307777"/>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p:cSld name="Numbers">
    <p:spTree>
      <p:nvGrpSpPr>
        <p:cNvPr id="173" name="Shape 173"/>
        <p:cNvGrpSpPr/>
        <p:nvPr/>
      </p:nvGrpSpPr>
      <p:grpSpPr>
        <a:xfrm>
          <a:off x="0" y="0"/>
          <a:ext cx="0" cy="0"/>
          <a:chOff x="0" y="0"/>
          <a:chExt cx="0" cy="0"/>
        </a:xfrm>
      </p:grpSpPr>
      <p:pic>
        <p:nvPicPr>
          <p:cNvPr id="174" name="Google Shape;174;p24"/>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175" name="Google Shape;175;p24"/>
          <p:cNvSpPr txBox="1"/>
          <p:nvPr>
            <p:ph type="title"/>
          </p:nvPr>
        </p:nvSpPr>
        <p:spPr>
          <a:xfrm>
            <a:off x="585897" y="1447790"/>
            <a:ext cx="11057955" cy="777025"/>
          </a:xfrm>
          <a:prstGeom prst="rect">
            <a:avLst/>
          </a:prstGeom>
          <a:noFill/>
          <a:ln>
            <a:noFill/>
          </a:ln>
        </p:spPr>
        <p:txBody>
          <a:bodyPr anchorCtr="0" anchor="t" bIns="0" lIns="0" spcFirstLastPara="1" rIns="0" wrap="square" tIns="0">
            <a:normAutofit/>
          </a:bodyPr>
          <a:lstStyle>
            <a:lvl1pPr lvl="0" marR="0" rtl="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6" name="Google Shape;176;p24"/>
          <p:cNvSpPr txBox="1"/>
          <p:nvPr>
            <p:ph idx="1" type="body"/>
          </p:nvPr>
        </p:nvSpPr>
        <p:spPr>
          <a:xfrm>
            <a:off x="575076" y="4103994"/>
            <a:ext cx="2758143" cy="1569661"/>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7" name="Google Shape;177;p24"/>
          <p:cNvSpPr txBox="1"/>
          <p:nvPr>
            <p:ph idx="2" type="body"/>
          </p:nvPr>
        </p:nvSpPr>
        <p:spPr>
          <a:xfrm>
            <a:off x="4047007" y="4103994"/>
            <a:ext cx="2757612" cy="1569661"/>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8" name="Google Shape;178;p24"/>
          <p:cNvSpPr txBox="1"/>
          <p:nvPr>
            <p:ph idx="3" type="body"/>
          </p:nvPr>
        </p:nvSpPr>
        <p:spPr>
          <a:xfrm>
            <a:off x="7518938" y="4103994"/>
            <a:ext cx="2757612" cy="1569661"/>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9" name="Google Shape;179;p24"/>
          <p:cNvSpPr txBox="1"/>
          <p:nvPr>
            <p:ph idx="4" type="body"/>
          </p:nvPr>
        </p:nvSpPr>
        <p:spPr>
          <a:xfrm>
            <a:off x="575076" y="2710235"/>
            <a:ext cx="2758143" cy="1164116"/>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1000"/>
              </a:spcBef>
              <a:spcAft>
                <a:spcPts val="0"/>
              </a:spcAft>
              <a:buClr>
                <a:schemeClr val="dk1"/>
              </a:buClr>
              <a:buSzPts val="9600"/>
              <a:buFont typeface="Arial"/>
              <a:buNone/>
              <a:defRPr b="0" i="0" sz="9600" u="none" cap="none" strike="noStrike">
                <a:solidFill>
                  <a:schemeClr val="dk1"/>
                </a:solidFill>
                <a:latin typeface="Arial"/>
                <a:ea typeface="Arial"/>
                <a:cs typeface="Arial"/>
                <a:sym typeface="Arial"/>
              </a:defRPr>
            </a:lvl1pPr>
            <a:lvl2pPr indent="-838200" lvl="1" marL="9144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2pPr>
            <a:lvl3pPr indent="-838200" lvl="2" marL="13716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3pPr>
            <a:lvl4pPr indent="-838200" lvl="3" marL="18288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4pPr>
            <a:lvl5pPr indent="-838200" lvl="4" marL="22860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0" name="Google Shape;180;p24"/>
          <p:cNvSpPr txBox="1"/>
          <p:nvPr>
            <p:ph idx="5" type="body"/>
          </p:nvPr>
        </p:nvSpPr>
        <p:spPr>
          <a:xfrm>
            <a:off x="4047007" y="2710235"/>
            <a:ext cx="2758143" cy="1164116"/>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1000"/>
              </a:spcBef>
              <a:spcAft>
                <a:spcPts val="0"/>
              </a:spcAft>
              <a:buClr>
                <a:schemeClr val="dk1"/>
              </a:buClr>
              <a:buSzPts val="9600"/>
              <a:buFont typeface="Arial"/>
              <a:buNone/>
              <a:defRPr b="0" i="0" sz="9600" u="none" cap="none" strike="noStrike">
                <a:solidFill>
                  <a:schemeClr val="dk1"/>
                </a:solidFill>
                <a:latin typeface="Arial"/>
                <a:ea typeface="Arial"/>
                <a:cs typeface="Arial"/>
                <a:sym typeface="Arial"/>
              </a:defRPr>
            </a:lvl1pPr>
            <a:lvl2pPr indent="-838200" lvl="1" marL="9144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2pPr>
            <a:lvl3pPr indent="-838200" lvl="2" marL="13716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3pPr>
            <a:lvl4pPr indent="-838200" lvl="3" marL="18288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4pPr>
            <a:lvl5pPr indent="-838200" lvl="4" marL="22860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24"/>
          <p:cNvSpPr txBox="1"/>
          <p:nvPr>
            <p:ph idx="6" type="body"/>
          </p:nvPr>
        </p:nvSpPr>
        <p:spPr>
          <a:xfrm>
            <a:off x="7518938" y="2710235"/>
            <a:ext cx="2758143" cy="1164116"/>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1000"/>
              </a:spcBef>
              <a:spcAft>
                <a:spcPts val="0"/>
              </a:spcAft>
              <a:buClr>
                <a:schemeClr val="dk1"/>
              </a:buClr>
              <a:buSzPts val="9600"/>
              <a:buFont typeface="Arial"/>
              <a:buNone/>
              <a:defRPr b="0" i="0" sz="9600" u="none" cap="none" strike="noStrike">
                <a:solidFill>
                  <a:schemeClr val="dk1"/>
                </a:solidFill>
                <a:latin typeface="Arial"/>
                <a:ea typeface="Arial"/>
                <a:cs typeface="Arial"/>
                <a:sym typeface="Arial"/>
              </a:defRPr>
            </a:lvl1pPr>
            <a:lvl2pPr indent="-838200" lvl="1" marL="9144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2pPr>
            <a:lvl3pPr indent="-838200" lvl="2" marL="13716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3pPr>
            <a:lvl4pPr indent="-838200" lvl="3" marL="18288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4pPr>
            <a:lvl5pPr indent="-838200" lvl="4" marL="2286000" marR="0" rtl="0" algn="l">
              <a:lnSpc>
                <a:spcPct val="90000"/>
              </a:lnSpc>
              <a:spcBef>
                <a:spcPts val="500"/>
              </a:spcBef>
              <a:spcAft>
                <a:spcPts val="0"/>
              </a:spcAft>
              <a:buClr>
                <a:schemeClr val="dk1"/>
              </a:buClr>
              <a:buSzPts val="9600"/>
              <a:buFont typeface="Arial"/>
              <a:buChar char="•"/>
              <a:defRPr b="0" i="0" sz="9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24"/>
          <p:cNvSpPr txBox="1"/>
          <p:nvPr>
            <p:ph idx="7" type="body"/>
          </p:nvPr>
        </p:nvSpPr>
        <p:spPr>
          <a:xfrm>
            <a:off x="1143689" y="540904"/>
            <a:ext cx="2189530"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3" name="Google Shape;183;p24"/>
          <p:cNvSpPr/>
          <p:nvPr/>
        </p:nvSpPr>
        <p:spPr>
          <a:xfrm>
            <a:off x="10985700" y="476240"/>
            <a:ext cx="671977" cy="307777"/>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Table">
    <p:spTree>
      <p:nvGrpSpPr>
        <p:cNvPr id="184" name="Shape 184"/>
        <p:cNvGrpSpPr/>
        <p:nvPr/>
      </p:nvGrpSpPr>
      <p:grpSpPr>
        <a:xfrm>
          <a:off x="0" y="0"/>
          <a:ext cx="0" cy="0"/>
          <a:chOff x="0" y="0"/>
          <a:chExt cx="0" cy="0"/>
        </a:xfrm>
      </p:grpSpPr>
      <p:pic>
        <p:nvPicPr>
          <p:cNvPr id="185" name="Google Shape;185;p25"/>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186" name="Google Shape;186;p25"/>
          <p:cNvSpPr txBox="1"/>
          <p:nvPr>
            <p:ph idx="1" type="body"/>
          </p:nvPr>
        </p:nvSpPr>
        <p:spPr>
          <a:xfrm>
            <a:off x="585787" y="1447065"/>
            <a:ext cx="11058065" cy="307778"/>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1000"/>
              </a:spcBef>
              <a:spcAft>
                <a:spcPts val="0"/>
              </a:spcAft>
              <a:buClr>
                <a:srgbClr val="0E2D69"/>
              </a:buClr>
              <a:buSzPts val="1600"/>
              <a:buFont typeface="Arial"/>
              <a:buNone/>
              <a:defRPr b="0" i="0" sz="1600" u="none" cap="none" strike="noStrike">
                <a:solidFill>
                  <a:srgbClr val="0E2D69"/>
                </a:solidFill>
                <a:latin typeface="Arial"/>
                <a:ea typeface="Arial"/>
                <a:cs typeface="Arial"/>
                <a:sym typeface="Arial"/>
              </a:defRPr>
            </a:lvl1pPr>
            <a:lvl2pPr indent="-330200" lvl="1" marL="9144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2pPr>
            <a:lvl3pPr indent="-330200" lvl="2" marL="13716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3pPr>
            <a:lvl4pPr indent="-330200" lvl="3" marL="18288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4pPr>
            <a:lvl5pPr indent="-330200" lvl="4" marL="22860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7" name="Google Shape;187;p25"/>
          <p:cNvSpPr txBox="1"/>
          <p:nvPr>
            <p:ph idx="2" type="body"/>
          </p:nvPr>
        </p:nvSpPr>
        <p:spPr>
          <a:xfrm>
            <a:off x="585788" y="5739189"/>
            <a:ext cx="6824303" cy="703205"/>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6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311150" lvl="1" marL="914400" marR="0" rtl="0" algn="l">
              <a:lnSpc>
                <a:spcPct val="90000"/>
              </a:lnSpc>
              <a:spcBef>
                <a:spcPts val="500"/>
              </a:spcBef>
              <a:spcAft>
                <a:spcPts val="0"/>
              </a:spcAft>
              <a:buClr>
                <a:srgbClr val="0E2D69"/>
              </a:buClr>
              <a:buSzPts val="1300"/>
              <a:buFont typeface="Arial"/>
              <a:buChar char="•"/>
              <a:defRPr b="0" i="0" sz="1300" u="none" cap="none" strike="noStrike">
                <a:solidFill>
                  <a:srgbClr val="0E2D69"/>
                </a:solidFill>
                <a:latin typeface="Arial"/>
                <a:ea typeface="Arial"/>
                <a:cs typeface="Arial"/>
                <a:sym typeface="Arial"/>
              </a:defRPr>
            </a:lvl2pPr>
            <a:lvl3pPr indent="-311150" lvl="2" marL="1371600" marR="0" rtl="0" algn="l">
              <a:lnSpc>
                <a:spcPct val="90000"/>
              </a:lnSpc>
              <a:spcBef>
                <a:spcPts val="500"/>
              </a:spcBef>
              <a:spcAft>
                <a:spcPts val="0"/>
              </a:spcAft>
              <a:buClr>
                <a:srgbClr val="0E2D69"/>
              </a:buClr>
              <a:buSzPts val="1300"/>
              <a:buFont typeface="Arial"/>
              <a:buChar char="•"/>
              <a:defRPr b="0" i="0" sz="1300" u="none" cap="none" strike="noStrike">
                <a:solidFill>
                  <a:srgbClr val="0E2D69"/>
                </a:solidFill>
                <a:latin typeface="Arial"/>
                <a:ea typeface="Arial"/>
                <a:cs typeface="Arial"/>
                <a:sym typeface="Arial"/>
              </a:defRPr>
            </a:lvl3pPr>
            <a:lvl4pPr indent="-311150" lvl="3" marL="1828800" marR="0" rtl="0" algn="l">
              <a:lnSpc>
                <a:spcPct val="90000"/>
              </a:lnSpc>
              <a:spcBef>
                <a:spcPts val="500"/>
              </a:spcBef>
              <a:spcAft>
                <a:spcPts val="0"/>
              </a:spcAft>
              <a:buClr>
                <a:srgbClr val="0E2D69"/>
              </a:buClr>
              <a:buSzPts val="1300"/>
              <a:buFont typeface="Arial"/>
              <a:buChar char="•"/>
              <a:defRPr b="0" i="0" sz="1300" u="none" cap="none" strike="noStrike">
                <a:solidFill>
                  <a:srgbClr val="0E2D69"/>
                </a:solidFill>
                <a:latin typeface="Arial"/>
                <a:ea typeface="Arial"/>
                <a:cs typeface="Arial"/>
                <a:sym typeface="Arial"/>
              </a:defRPr>
            </a:lvl4pPr>
            <a:lvl5pPr indent="-311150" lvl="4" marL="2286000" marR="0" rtl="0" algn="l">
              <a:lnSpc>
                <a:spcPct val="90000"/>
              </a:lnSpc>
              <a:spcBef>
                <a:spcPts val="500"/>
              </a:spcBef>
              <a:spcAft>
                <a:spcPts val="0"/>
              </a:spcAft>
              <a:buClr>
                <a:srgbClr val="0E2D69"/>
              </a:buClr>
              <a:buSzPts val="1300"/>
              <a:buFont typeface="Arial"/>
              <a:buChar char="•"/>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8" name="Google Shape;188;p25"/>
          <p:cNvSpPr/>
          <p:nvPr>
            <p:ph idx="3" type="tbl"/>
          </p:nvPr>
        </p:nvSpPr>
        <p:spPr>
          <a:xfrm>
            <a:off x="585787" y="1984076"/>
            <a:ext cx="11058527" cy="351957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9" name="Google Shape;189;p25"/>
          <p:cNvSpPr txBox="1"/>
          <p:nvPr>
            <p:ph idx="4" type="body"/>
          </p:nvPr>
        </p:nvSpPr>
        <p:spPr>
          <a:xfrm>
            <a:off x="1143689" y="540904"/>
            <a:ext cx="2174546"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0" name="Google Shape;190;p25"/>
          <p:cNvSpPr/>
          <p:nvPr/>
        </p:nvSpPr>
        <p:spPr>
          <a:xfrm>
            <a:off x="10985700" y="476240"/>
            <a:ext cx="671977" cy="307777"/>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_2">
  <p:cSld name="Table_2">
    <p:spTree>
      <p:nvGrpSpPr>
        <p:cNvPr id="191" name="Shape 191"/>
        <p:cNvGrpSpPr/>
        <p:nvPr/>
      </p:nvGrpSpPr>
      <p:grpSpPr>
        <a:xfrm>
          <a:off x="0" y="0"/>
          <a:ext cx="0" cy="0"/>
          <a:chOff x="0" y="0"/>
          <a:chExt cx="0" cy="0"/>
        </a:xfrm>
      </p:grpSpPr>
      <p:pic>
        <p:nvPicPr>
          <p:cNvPr id="192" name="Google Shape;192;p26"/>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193" name="Google Shape;193;p26"/>
          <p:cNvSpPr txBox="1"/>
          <p:nvPr>
            <p:ph idx="1" type="body"/>
          </p:nvPr>
        </p:nvSpPr>
        <p:spPr>
          <a:xfrm>
            <a:off x="585787" y="1447064"/>
            <a:ext cx="7617877" cy="537011"/>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1000"/>
              </a:spcBef>
              <a:spcAft>
                <a:spcPts val="0"/>
              </a:spcAft>
              <a:buClr>
                <a:srgbClr val="0E2D69"/>
              </a:buClr>
              <a:buSzPts val="1600"/>
              <a:buFont typeface="Arial"/>
              <a:buNone/>
              <a:defRPr b="0" i="0" sz="1600" u="none" cap="none" strike="noStrike">
                <a:solidFill>
                  <a:srgbClr val="0E2D69"/>
                </a:solidFill>
                <a:latin typeface="Arial"/>
                <a:ea typeface="Arial"/>
                <a:cs typeface="Arial"/>
                <a:sym typeface="Arial"/>
              </a:defRPr>
            </a:lvl1pPr>
            <a:lvl2pPr indent="-330200" lvl="1" marL="9144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2pPr>
            <a:lvl3pPr indent="-330200" lvl="2" marL="13716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3pPr>
            <a:lvl4pPr indent="-330200" lvl="3" marL="18288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4pPr>
            <a:lvl5pPr indent="-330200" lvl="4" marL="2286000" marR="0" rtl="0" algn="l">
              <a:lnSpc>
                <a:spcPct val="90000"/>
              </a:lnSpc>
              <a:spcBef>
                <a:spcPts val="500"/>
              </a:spcBef>
              <a:spcAft>
                <a:spcPts val="0"/>
              </a:spcAft>
              <a:buClr>
                <a:srgbClr val="0E2D69"/>
              </a:buClr>
              <a:buSzPts val="1600"/>
              <a:buFont typeface="Arial"/>
              <a:buChar char="•"/>
              <a:defRPr b="0" i="0" sz="16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4" name="Google Shape;194;p26"/>
          <p:cNvSpPr txBox="1"/>
          <p:nvPr>
            <p:ph idx="2" type="body"/>
          </p:nvPr>
        </p:nvSpPr>
        <p:spPr>
          <a:xfrm>
            <a:off x="585788" y="5739189"/>
            <a:ext cx="6824303" cy="703205"/>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6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311150" lvl="1" marL="914400" marR="0" rtl="0" algn="l">
              <a:lnSpc>
                <a:spcPct val="90000"/>
              </a:lnSpc>
              <a:spcBef>
                <a:spcPts val="500"/>
              </a:spcBef>
              <a:spcAft>
                <a:spcPts val="0"/>
              </a:spcAft>
              <a:buClr>
                <a:srgbClr val="0E2D69"/>
              </a:buClr>
              <a:buSzPts val="1300"/>
              <a:buFont typeface="Arial"/>
              <a:buChar char="•"/>
              <a:defRPr b="0" i="0" sz="1300" u="none" cap="none" strike="noStrike">
                <a:solidFill>
                  <a:srgbClr val="0E2D69"/>
                </a:solidFill>
                <a:latin typeface="Arial"/>
                <a:ea typeface="Arial"/>
                <a:cs typeface="Arial"/>
                <a:sym typeface="Arial"/>
              </a:defRPr>
            </a:lvl2pPr>
            <a:lvl3pPr indent="-311150" lvl="2" marL="1371600" marR="0" rtl="0" algn="l">
              <a:lnSpc>
                <a:spcPct val="90000"/>
              </a:lnSpc>
              <a:spcBef>
                <a:spcPts val="500"/>
              </a:spcBef>
              <a:spcAft>
                <a:spcPts val="0"/>
              </a:spcAft>
              <a:buClr>
                <a:srgbClr val="0E2D69"/>
              </a:buClr>
              <a:buSzPts val="1300"/>
              <a:buFont typeface="Arial"/>
              <a:buChar char="•"/>
              <a:defRPr b="0" i="0" sz="1300" u="none" cap="none" strike="noStrike">
                <a:solidFill>
                  <a:srgbClr val="0E2D69"/>
                </a:solidFill>
                <a:latin typeface="Arial"/>
                <a:ea typeface="Arial"/>
                <a:cs typeface="Arial"/>
                <a:sym typeface="Arial"/>
              </a:defRPr>
            </a:lvl3pPr>
            <a:lvl4pPr indent="-311150" lvl="3" marL="1828800" marR="0" rtl="0" algn="l">
              <a:lnSpc>
                <a:spcPct val="90000"/>
              </a:lnSpc>
              <a:spcBef>
                <a:spcPts val="500"/>
              </a:spcBef>
              <a:spcAft>
                <a:spcPts val="0"/>
              </a:spcAft>
              <a:buClr>
                <a:srgbClr val="0E2D69"/>
              </a:buClr>
              <a:buSzPts val="1300"/>
              <a:buFont typeface="Arial"/>
              <a:buChar char="•"/>
              <a:defRPr b="0" i="0" sz="1300" u="none" cap="none" strike="noStrike">
                <a:solidFill>
                  <a:srgbClr val="0E2D69"/>
                </a:solidFill>
                <a:latin typeface="Arial"/>
                <a:ea typeface="Arial"/>
                <a:cs typeface="Arial"/>
                <a:sym typeface="Arial"/>
              </a:defRPr>
            </a:lvl4pPr>
            <a:lvl5pPr indent="-311150" lvl="4" marL="2286000" marR="0" rtl="0" algn="l">
              <a:lnSpc>
                <a:spcPct val="90000"/>
              </a:lnSpc>
              <a:spcBef>
                <a:spcPts val="500"/>
              </a:spcBef>
              <a:spcAft>
                <a:spcPts val="0"/>
              </a:spcAft>
              <a:buClr>
                <a:srgbClr val="0E2D69"/>
              </a:buClr>
              <a:buSzPts val="1300"/>
              <a:buFont typeface="Arial"/>
              <a:buChar char="•"/>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5" name="Google Shape;195;p26"/>
          <p:cNvSpPr/>
          <p:nvPr>
            <p:ph idx="3" type="tbl"/>
          </p:nvPr>
        </p:nvSpPr>
        <p:spPr>
          <a:xfrm>
            <a:off x="585787" y="2208362"/>
            <a:ext cx="7617895" cy="329529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6" name="Google Shape;196;p26"/>
          <p:cNvSpPr txBox="1"/>
          <p:nvPr>
            <p:ph idx="4" type="body"/>
          </p:nvPr>
        </p:nvSpPr>
        <p:spPr>
          <a:xfrm>
            <a:off x="8686807" y="2208363"/>
            <a:ext cx="2930666" cy="2570672"/>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7" name="Google Shape;197;p26"/>
          <p:cNvSpPr txBox="1"/>
          <p:nvPr>
            <p:ph idx="5" type="body"/>
          </p:nvPr>
        </p:nvSpPr>
        <p:spPr>
          <a:xfrm>
            <a:off x="1143689" y="540904"/>
            <a:ext cx="2174546"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8" name="Google Shape;198;p26"/>
          <p:cNvSpPr/>
          <p:nvPr/>
        </p:nvSpPr>
        <p:spPr>
          <a:xfrm>
            <a:off x="10985700" y="476240"/>
            <a:ext cx="671977" cy="307777"/>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ors">
  <p:cSld name="Colors">
    <p:spTree>
      <p:nvGrpSpPr>
        <p:cNvPr id="199" name="Shape 199"/>
        <p:cNvGrpSpPr/>
        <p:nvPr/>
      </p:nvGrpSpPr>
      <p:grpSpPr>
        <a:xfrm>
          <a:off x="0" y="0"/>
          <a:ext cx="0" cy="0"/>
          <a:chOff x="0" y="0"/>
          <a:chExt cx="0" cy="0"/>
        </a:xfrm>
      </p:grpSpPr>
      <p:pic>
        <p:nvPicPr>
          <p:cNvPr id="200" name="Google Shape;200;p27"/>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201" name="Google Shape;201;p27"/>
          <p:cNvSpPr txBox="1"/>
          <p:nvPr>
            <p:ph type="title"/>
          </p:nvPr>
        </p:nvSpPr>
        <p:spPr>
          <a:xfrm>
            <a:off x="585899" y="1447790"/>
            <a:ext cx="4322530" cy="777025"/>
          </a:xfrm>
          <a:prstGeom prst="rect">
            <a:avLst/>
          </a:prstGeom>
          <a:noFill/>
          <a:ln>
            <a:noFill/>
          </a:ln>
        </p:spPr>
        <p:txBody>
          <a:bodyPr anchorCtr="0" anchor="t" bIns="0" lIns="0" spcFirstLastPara="1" rIns="0" wrap="square" tIns="0">
            <a:normAutofit/>
          </a:bodyPr>
          <a:lstStyle>
            <a:lvl1pPr lvl="0" marR="0" rtl="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2" name="Google Shape;202;p27"/>
          <p:cNvSpPr txBox="1"/>
          <p:nvPr>
            <p:ph idx="1" type="body"/>
          </p:nvPr>
        </p:nvSpPr>
        <p:spPr>
          <a:xfrm>
            <a:off x="585898" y="2379663"/>
            <a:ext cx="4322531" cy="2399371"/>
          </a:xfrm>
          <a:prstGeom prst="rect">
            <a:avLst/>
          </a:prstGeom>
          <a:noFill/>
          <a:ln>
            <a:noFill/>
          </a:ln>
        </p:spPr>
        <p:txBody>
          <a:bodyPr anchorCtr="0" anchor="t" bIns="45700" lIns="0" spcFirstLastPara="1" rIns="0" wrap="square" tIns="0">
            <a:normAutofit/>
          </a:bodyPr>
          <a:lstStyle>
            <a:lvl1pPr indent="-228600" lvl="0" marL="4572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1pPr>
            <a:lvl2pPr indent="-228600" lvl="1" marL="9144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2pPr>
            <a:lvl3pPr indent="-228600" lvl="2" marL="13716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3pPr>
            <a:lvl4pPr indent="-228600" lvl="3" marL="18288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4pPr>
            <a:lvl5pPr indent="-228600" lvl="4" marL="2286000" marR="0" rtl="0" algn="l">
              <a:lnSpc>
                <a:spcPct val="100000"/>
              </a:lnSpc>
              <a:spcBef>
                <a:spcPts val="1000"/>
              </a:spcBef>
              <a:spcAft>
                <a:spcPts val="0"/>
              </a:spcAft>
              <a:buClr>
                <a:srgbClr val="0E2D69"/>
              </a:buClr>
              <a:buSzPts val="1300"/>
              <a:buFont typeface="Arial"/>
              <a:buNone/>
              <a:defRPr b="0" i="0" sz="1300" u="none" cap="none" strike="noStrike">
                <a:solidFill>
                  <a:srgbClr val="0E2D69"/>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3" name="Google Shape;203;p27"/>
          <p:cNvSpPr/>
          <p:nvPr/>
        </p:nvSpPr>
        <p:spPr>
          <a:xfrm>
            <a:off x="5392982" y="1447790"/>
            <a:ext cx="830997" cy="830997"/>
          </a:xfrm>
          <a:prstGeom prst="ellipse">
            <a:avLst/>
          </a:prstGeom>
          <a:solidFill>
            <a:srgbClr val="0E2D6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4" name="Google Shape;204;p27"/>
          <p:cNvSpPr/>
          <p:nvPr/>
        </p:nvSpPr>
        <p:spPr>
          <a:xfrm>
            <a:off x="6742925" y="1447790"/>
            <a:ext cx="830997" cy="830997"/>
          </a:xfrm>
          <a:prstGeom prst="ellipse">
            <a:avLst/>
          </a:prstGeom>
          <a:solidFill>
            <a:srgbClr val="234A9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5" name="Google Shape;205;p27"/>
          <p:cNvSpPr/>
          <p:nvPr/>
        </p:nvSpPr>
        <p:spPr>
          <a:xfrm>
            <a:off x="8092868" y="1447790"/>
            <a:ext cx="830997" cy="830997"/>
          </a:xfrm>
          <a:prstGeom prst="ellipse">
            <a:avLst/>
          </a:prstGeom>
          <a:solidFill>
            <a:srgbClr val="11A0D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6" name="Google Shape;206;p27"/>
          <p:cNvSpPr/>
          <p:nvPr/>
        </p:nvSpPr>
        <p:spPr>
          <a:xfrm>
            <a:off x="9442811" y="1447790"/>
            <a:ext cx="830997" cy="830997"/>
          </a:xfrm>
          <a:prstGeom prst="ellipse">
            <a:avLst/>
          </a:prstGeom>
          <a:solidFill>
            <a:srgbClr val="029C6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7" name="Google Shape;207;p27"/>
          <p:cNvSpPr/>
          <p:nvPr/>
        </p:nvSpPr>
        <p:spPr>
          <a:xfrm>
            <a:off x="10792754" y="1447790"/>
            <a:ext cx="830997" cy="830997"/>
          </a:xfrm>
          <a:prstGeom prst="ellipse">
            <a:avLst/>
          </a:prstGeom>
          <a:solidFill>
            <a:srgbClr val="EB681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8" name="Google Shape;208;p27"/>
          <p:cNvSpPr/>
          <p:nvPr/>
        </p:nvSpPr>
        <p:spPr>
          <a:xfrm>
            <a:off x="5392982" y="2708699"/>
            <a:ext cx="830997" cy="830997"/>
          </a:xfrm>
          <a:prstGeom prst="ellipse">
            <a:avLst/>
          </a:prstGeom>
          <a:solidFill>
            <a:srgbClr val="7D4EB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9" name="Google Shape;209;p27"/>
          <p:cNvSpPr/>
          <p:nvPr/>
        </p:nvSpPr>
        <p:spPr>
          <a:xfrm>
            <a:off x="6742925" y="2708699"/>
            <a:ext cx="830997" cy="830997"/>
          </a:xfrm>
          <a:prstGeom prst="ellipse">
            <a:avLst/>
          </a:prstGeom>
          <a:solidFill>
            <a:srgbClr val="E61F3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0" name="Google Shape;210;p27"/>
          <p:cNvSpPr/>
          <p:nvPr/>
        </p:nvSpPr>
        <p:spPr>
          <a:xfrm>
            <a:off x="8092868" y="2708699"/>
            <a:ext cx="830997" cy="830997"/>
          </a:xfrm>
          <a:prstGeom prst="ellipse">
            <a:avLst/>
          </a:prstGeom>
          <a:solidFill>
            <a:srgbClr val="FBBA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1" name="Google Shape;211;p27"/>
          <p:cNvSpPr/>
          <p:nvPr/>
        </p:nvSpPr>
        <p:spPr>
          <a:xfrm>
            <a:off x="9442811" y="2708699"/>
            <a:ext cx="830997" cy="830997"/>
          </a:xfrm>
          <a:prstGeom prst="ellipse">
            <a:avLst/>
          </a:prstGeom>
          <a:solidFill>
            <a:srgbClr val="7DA0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2" name="Google Shape;212;p27"/>
          <p:cNvSpPr/>
          <p:nvPr/>
        </p:nvSpPr>
        <p:spPr>
          <a:xfrm>
            <a:off x="10792754" y="2708699"/>
            <a:ext cx="830997" cy="830997"/>
          </a:xfrm>
          <a:prstGeom prst="ellipse">
            <a:avLst/>
          </a:prstGeom>
          <a:solidFill>
            <a:srgbClr val="47A0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3" name="Google Shape;213;p27"/>
          <p:cNvSpPr/>
          <p:nvPr/>
        </p:nvSpPr>
        <p:spPr>
          <a:xfrm>
            <a:off x="5392982" y="3969609"/>
            <a:ext cx="830997" cy="830997"/>
          </a:xfrm>
          <a:prstGeom prst="ellipse">
            <a:avLst/>
          </a:prstGeom>
          <a:solidFill>
            <a:srgbClr val="EB8C3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4" name="Google Shape;214;p27"/>
          <p:cNvSpPr/>
          <p:nvPr/>
        </p:nvSpPr>
        <p:spPr>
          <a:xfrm>
            <a:off x="6742925" y="3969609"/>
            <a:ext cx="830997" cy="830997"/>
          </a:xfrm>
          <a:prstGeom prst="ellipse">
            <a:avLst/>
          </a:prstGeom>
          <a:solidFill>
            <a:srgbClr val="9662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5" name="Google Shape;215;p27"/>
          <p:cNvSpPr/>
          <p:nvPr/>
        </p:nvSpPr>
        <p:spPr>
          <a:xfrm>
            <a:off x="8092868" y="3969609"/>
            <a:ext cx="830997" cy="830997"/>
          </a:xfrm>
          <a:prstGeom prst="ellipse">
            <a:avLst/>
          </a:prstGeom>
          <a:solidFill>
            <a:srgbClr val="CD5A5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6" name="Google Shape;216;p27"/>
          <p:cNvSpPr/>
          <p:nvPr/>
        </p:nvSpPr>
        <p:spPr>
          <a:xfrm>
            <a:off x="9442811" y="3969609"/>
            <a:ext cx="830997" cy="830997"/>
          </a:xfrm>
          <a:prstGeom prst="ellipse">
            <a:avLst/>
          </a:prstGeom>
          <a:solidFill>
            <a:srgbClr val="FFD74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7" name="Google Shape;217;p27"/>
          <p:cNvSpPr/>
          <p:nvPr/>
        </p:nvSpPr>
        <p:spPr>
          <a:xfrm>
            <a:off x="10792754" y="3969609"/>
            <a:ext cx="830997" cy="830997"/>
          </a:xfrm>
          <a:prstGeom prst="ellipse">
            <a:avLst/>
          </a:prstGeom>
          <a:solidFill>
            <a:srgbClr val="CDDD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8" name="Google Shape;218;p27"/>
          <p:cNvSpPr/>
          <p:nvPr/>
        </p:nvSpPr>
        <p:spPr>
          <a:xfrm>
            <a:off x="5392982" y="5249769"/>
            <a:ext cx="830997" cy="830997"/>
          </a:xfrm>
          <a:prstGeom prst="ellipse">
            <a:avLst/>
          </a:prstGeom>
          <a:solidFill>
            <a:srgbClr val="D7EBB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9" name="Google Shape;219;p27"/>
          <p:cNvSpPr/>
          <p:nvPr/>
        </p:nvSpPr>
        <p:spPr>
          <a:xfrm>
            <a:off x="6742925" y="5249769"/>
            <a:ext cx="830997" cy="830997"/>
          </a:xfrm>
          <a:prstGeom prst="ellipse">
            <a:avLst/>
          </a:prstGeom>
          <a:solidFill>
            <a:srgbClr val="FFDC9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0" name="Google Shape;220;p27"/>
          <p:cNvSpPr/>
          <p:nvPr/>
        </p:nvSpPr>
        <p:spPr>
          <a:xfrm>
            <a:off x="8092868" y="5249769"/>
            <a:ext cx="830997" cy="830997"/>
          </a:xfrm>
          <a:prstGeom prst="ellipse">
            <a:avLst/>
          </a:prstGeom>
          <a:solidFill>
            <a:srgbClr val="D7C3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1" name="Google Shape;221;p27"/>
          <p:cNvSpPr/>
          <p:nvPr/>
        </p:nvSpPr>
        <p:spPr>
          <a:xfrm>
            <a:off x="9442811" y="5249769"/>
            <a:ext cx="830997" cy="830997"/>
          </a:xfrm>
          <a:prstGeom prst="ellipse">
            <a:avLst/>
          </a:prstGeom>
          <a:solidFill>
            <a:srgbClr val="F6C3C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2" name="Google Shape;222;p27"/>
          <p:cNvSpPr/>
          <p:nvPr/>
        </p:nvSpPr>
        <p:spPr>
          <a:xfrm>
            <a:off x="10792754" y="5249769"/>
            <a:ext cx="830997" cy="830997"/>
          </a:xfrm>
          <a:prstGeom prst="ellipse">
            <a:avLst/>
          </a:prstGeom>
          <a:solidFill>
            <a:srgbClr val="FFF07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3" name="Google Shape;223;p27"/>
          <p:cNvSpPr txBox="1"/>
          <p:nvPr>
            <p:ph idx="2" type="body"/>
          </p:nvPr>
        </p:nvSpPr>
        <p:spPr>
          <a:xfrm>
            <a:off x="1143689" y="540904"/>
            <a:ext cx="2174546"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4" name="Google Shape;224;p27"/>
          <p:cNvSpPr/>
          <p:nvPr/>
        </p:nvSpPr>
        <p:spPr>
          <a:xfrm>
            <a:off x="10985700" y="476240"/>
            <a:ext cx="671977" cy="307777"/>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ean">
  <p:cSld name="Clean">
    <p:spTree>
      <p:nvGrpSpPr>
        <p:cNvPr id="225" name="Shape 225"/>
        <p:cNvGrpSpPr/>
        <p:nvPr/>
      </p:nvGrpSpPr>
      <p:grpSpPr>
        <a:xfrm>
          <a:off x="0" y="0"/>
          <a:ext cx="0" cy="0"/>
          <a:chOff x="0" y="0"/>
          <a:chExt cx="0" cy="0"/>
        </a:xfrm>
      </p:grpSpPr>
      <p:pic>
        <p:nvPicPr>
          <p:cNvPr id="226" name="Google Shape;226;p28"/>
          <p:cNvPicPr preferRelativeResize="0"/>
          <p:nvPr/>
        </p:nvPicPr>
        <p:blipFill rotWithShape="1">
          <a:blip r:embed="rId2">
            <a:alphaModFix/>
          </a:blip>
          <a:srcRect b="0" l="0" r="0" t="0"/>
          <a:stretch/>
        </p:blipFill>
        <p:spPr>
          <a:xfrm>
            <a:off x="517199" y="464363"/>
            <a:ext cx="448276" cy="448276"/>
          </a:xfrm>
          <a:prstGeom prst="rect">
            <a:avLst/>
          </a:prstGeom>
          <a:noFill/>
          <a:ln>
            <a:noFill/>
          </a:ln>
        </p:spPr>
      </p:pic>
      <p:sp>
        <p:nvSpPr>
          <p:cNvPr id="227" name="Google Shape;227;p28"/>
          <p:cNvSpPr txBox="1"/>
          <p:nvPr>
            <p:ph idx="1" type="body"/>
          </p:nvPr>
        </p:nvSpPr>
        <p:spPr>
          <a:xfrm>
            <a:off x="1143689" y="540904"/>
            <a:ext cx="2174546" cy="41592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8" name="Google Shape;228;p28"/>
          <p:cNvSpPr/>
          <p:nvPr/>
        </p:nvSpPr>
        <p:spPr>
          <a:xfrm>
            <a:off x="10985700" y="476240"/>
            <a:ext cx="671977" cy="307777"/>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2000"/>
              <a:buFont typeface="Arial"/>
              <a:buNone/>
            </a:pPr>
            <a:fld id="{00000000-1234-1234-1234-123412341234}" type="slidenum">
              <a:rPr b="0" i="0" lang="ru-RU" sz="2000" u="none" cap="none" strike="noStrike">
                <a:solidFill>
                  <a:srgbClr val="102D69"/>
                </a:solidFill>
                <a:latin typeface="Arial"/>
                <a:ea typeface="Arial"/>
                <a:cs typeface="Arial"/>
                <a:sym typeface="Arial"/>
              </a:rPr>
              <a:t>‹#›</a:t>
            </a:fld>
            <a:endParaRPr b="0" i="0" sz="2000" u="none" cap="none" strike="noStrike">
              <a:solidFill>
                <a:srgbClr val="102D69"/>
              </a:solidFill>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al_1">
  <p:cSld name="Final_1">
    <p:spTree>
      <p:nvGrpSpPr>
        <p:cNvPr id="229" name="Shape 229"/>
        <p:cNvGrpSpPr/>
        <p:nvPr/>
      </p:nvGrpSpPr>
      <p:grpSpPr>
        <a:xfrm>
          <a:off x="0" y="0"/>
          <a:ext cx="0" cy="0"/>
          <a:chOff x="0" y="0"/>
          <a:chExt cx="0" cy="0"/>
        </a:xfrm>
      </p:grpSpPr>
      <p:pic>
        <p:nvPicPr>
          <p:cNvPr id="230" name="Google Shape;230;p29"/>
          <p:cNvPicPr preferRelativeResize="0"/>
          <p:nvPr/>
        </p:nvPicPr>
        <p:blipFill rotWithShape="1">
          <a:blip r:embed="rId2">
            <a:alphaModFix/>
          </a:blip>
          <a:srcRect b="0" l="0" r="0" t="0"/>
          <a:stretch/>
        </p:blipFill>
        <p:spPr>
          <a:xfrm>
            <a:off x="5196000" y="2529000"/>
            <a:ext cx="1800000" cy="1800000"/>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al_2">
  <p:cSld name="Final_2">
    <p:bg>
      <p:bgPr>
        <a:solidFill>
          <a:srgbClr val="0E2D69"/>
        </a:solidFill>
      </p:bgPr>
    </p:bg>
    <p:spTree>
      <p:nvGrpSpPr>
        <p:cNvPr id="231" name="Shape 231"/>
        <p:cNvGrpSpPr/>
        <p:nvPr/>
      </p:nvGrpSpPr>
      <p:grpSpPr>
        <a:xfrm>
          <a:off x="0" y="0"/>
          <a:ext cx="0" cy="0"/>
          <a:chOff x="0" y="0"/>
          <a:chExt cx="0" cy="0"/>
        </a:xfrm>
      </p:grpSpPr>
      <p:pic>
        <p:nvPicPr>
          <p:cNvPr id="232" name="Google Shape;232;p30"/>
          <p:cNvPicPr preferRelativeResize="0"/>
          <p:nvPr/>
        </p:nvPicPr>
        <p:blipFill rotWithShape="1">
          <a:blip r:embed="rId2">
            <a:alphaModFix/>
          </a:blip>
          <a:srcRect b="0" l="0" r="0" t="0"/>
          <a:stretch/>
        </p:blipFill>
        <p:spPr>
          <a:xfrm>
            <a:off x="5196000" y="2529000"/>
            <a:ext cx="1800000" cy="18000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5" Type="http://schemas.openxmlformats.org/officeDocument/2006/relationships/theme" Target="../theme/theme1.xml"/><Relationship Id="rId14" Type="http://schemas.openxmlformats.org/officeDocument/2006/relationships/slideLayout" Target="../slideLayouts/slideLayout2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1" name="Shape 121"/>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2.png"/><Relationship Id="rId4"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2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7.png"/><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21.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1"/>
          <p:cNvSpPr txBox="1"/>
          <p:nvPr>
            <p:ph type="title"/>
          </p:nvPr>
        </p:nvSpPr>
        <p:spPr>
          <a:xfrm>
            <a:off x="1027978" y="2404675"/>
            <a:ext cx="10203900" cy="1978200"/>
          </a:xfrm>
          <a:prstGeom prst="rect">
            <a:avLst/>
          </a:prstGeom>
          <a:noFill/>
          <a:ln>
            <a:noFill/>
          </a:ln>
        </p:spPr>
        <p:txBody>
          <a:bodyPr anchorCtr="0" anchor="t" bIns="0" lIns="0" spcFirstLastPara="1" rIns="0" wrap="square" tIns="0">
            <a:normAutofit fontScale="90000"/>
          </a:bodyPr>
          <a:lstStyle/>
          <a:p>
            <a:pPr indent="0" lvl="0" marL="0" rtl="0" algn="l">
              <a:lnSpc>
                <a:spcPct val="100000"/>
              </a:lnSpc>
              <a:spcBef>
                <a:spcPts val="0"/>
              </a:spcBef>
              <a:spcAft>
                <a:spcPts val="0"/>
              </a:spcAft>
              <a:buClr>
                <a:srgbClr val="0E2D69"/>
              </a:buClr>
              <a:buSzPct val="113158"/>
              <a:buFont typeface="Arial"/>
              <a:buNone/>
            </a:pPr>
            <a:r>
              <a:rPr lang="ru-RU" sz="3800">
                <a:solidFill>
                  <a:schemeClr val="dk1"/>
                </a:solidFill>
              </a:rPr>
              <a:t>10. </a:t>
            </a:r>
            <a:r>
              <a:rPr lang="ru-RU" sz="3800">
                <a:solidFill>
                  <a:schemeClr val="dk1"/>
                </a:solidFill>
              </a:rPr>
              <a:t>DEEP ORDER FLOW IMBALANCE: EXTRACTING ALPHA AT MULTIPLE HORIZONS FROM THE LIMIT ORDER BOOK</a:t>
            </a:r>
            <a:endParaRPr sz="3800">
              <a:solidFill>
                <a:schemeClr val="dk1"/>
              </a:solidFill>
            </a:endParaRPr>
          </a:p>
          <a:p>
            <a:pPr indent="0" lvl="0" marL="0" rtl="0" algn="l">
              <a:lnSpc>
                <a:spcPct val="100000"/>
              </a:lnSpc>
              <a:spcBef>
                <a:spcPts val="0"/>
              </a:spcBef>
              <a:spcAft>
                <a:spcPts val="0"/>
              </a:spcAft>
              <a:buClr>
                <a:srgbClr val="0E2D69"/>
              </a:buClr>
              <a:buSzPct val="100000"/>
              <a:buFont typeface="Arial"/>
              <a:buNone/>
            </a:pPr>
            <a:r>
              <a:t/>
            </a:r>
            <a:endParaRPr/>
          </a:p>
        </p:txBody>
      </p:sp>
      <p:sp>
        <p:nvSpPr>
          <p:cNvPr id="238" name="Google Shape;238;p31"/>
          <p:cNvSpPr txBox="1"/>
          <p:nvPr>
            <p:ph idx="1" type="body"/>
          </p:nvPr>
        </p:nvSpPr>
        <p:spPr>
          <a:xfrm>
            <a:off x="2074947" y="1187841"/>
            <a:ext cx="3848717" cy="435163"/>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ru-RU">
                <a:solidFill>
                  <a:srgbClr val="0F2C68"/>
                </a:solidFill>
              </a:rPr>
              <a:t>Research Seminar</a:t>
            </a:r>
            <a:endParaRPr>
              <a:solidFill>
                <a:srgbClr val="0F2C68"/>
              </a:solidFill>
            </a:endParaRPr>
          </a:p>
          <a:p>
            <a:pPr indent="0" lvl="0" marL="0" rtl="0" algn="l">
              <a:lnSpc>
                <a:spcPct val="100000"/>
              </a:lnSpc>
              <a:spcBef>
                <a:spcPts val="0"/>
              </a:spcBef>
              <a:spcAft>
                <a:spcPts val="0"/>
              </a:spcAft>
              <a:buClr>
                <a:schemeClr val="dk1"/>
              </a:buClr>
              <a:buSzPts val="1600"/>
              <a:buNone/>
            </a:pPr>
            <a:r>
              <a:t/>
            </a:r>
            <a:endParaRPr/>
          </a:p>
        </p:txBody>
      </p:sp>
      <p:sp>
        <p:nvSpPr>
          <p:cNvPr id="239" name="Google Shape;239;p31"/>
          <p:cNvSpPr txBox="1"/>
          <p:nvPr>
            <p:ph idx="2" type="body"/>
          </p:nvPr>
        </p:nvSpPr>
        <p:spPr>
          <a:xfrm>
            <a:off x="6259420" y="1173829"/>
            <a:ext cx="2278200" cy="46320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None/>
            </a:pPr>
            <a:r>
              <a:rPr lang="ru-RU" sz="1600">
                <a:solidFill>
                  <a:srgbClr val="0F2C68"/>
                </a:solidFill>
              </a:rPr>
              <a:t>Group 4</a:t>
            </a:r>
            <a:endParaRPr sz="1600">
              <a:solidFill>
                <a:srgbClr val="0F2C68"/>
              </a:solidFill>
            </a:endParaRPr>
          </a:p>
          <a:p>
            <a:pPr indent="0" lvl="0" marL="0" marR="0" rtl="0" algn="l">
              <a:lnSpc>
                <a:spcPct val="100000"/>
              </a:lnSpc>
              <a:spcBef>
                <a:spcPts val="0"/>
              </a:spcBef>
              <a:spcAft>
                <a:spcPts val="0"/>
              </a:spcAft>
              <a:buClr>
                <a:srgbClr val="0E2D69"/>
              </a:buClr>
              <a:buSzPts val="1200"/>
              <a:buFont typeface="Arial"/>
              <a:buNone/>
            </a:pPr>
            <a:r>
              <a:t/>
            </a:r>
            <a:endParaRPr/>
          </a:p>
        </p:txBody>
      </p:sp>
      <p:sp>
        <p:nvSpPr>
          <p:cNvPr id="240" name="Google Shape;240;p31"/>
          <p:cNvSpPr txBox="1"/>
          <p:nvPr>
            <p:ph idx="3" type="body"/>
          </p:nvPr>
        </p:nvSpPr>
        <p:spPr>
          <a:xfrm>
            <a:off x="1027967" y="6189042"/>
            <a:ext cx="2217738" cy="230046"/>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E2D69"/>
              </a:buClr>
              <a:buSzPts val="1200"/>
              <a:buFont typeface="Arial"/>
              <a:buNone/>
            </a:pPr>
            <a:r>
              <a:t/>
            </a:r>
            <a:endParaRPr/>
          </a:p>
        </p:txBody>
      </p:sp>
      <p:sp>
        <p:nvSpPr>
          <p:cNvPr id="241" name="Google Shape;241;p31"/>
          <p:cNvSpPr txBox="1"/>
          <p:nvPr>
            <p:ph idx="4" type="body"/>
          </p:nvPr>
        </p:nvSpPr>
        <p:spPr>
          <a:xfrm>
            <a:off x="1027976" y="4267952"/>
            <a:ext cx="8404200" cy="767700"/>
          </a:xfrm>
          <a:prstGeom prst="rect">
            <a:avLst/>
          </a:prstGeom>
          <a:noFill/>
          <a:ln>
            <a:noFill/>
          </a:ln>
        </p:spPr>
        <p:txBody>
          <a:bodyPr anchorCtr="0" anchor="t" bIns="0" lIns="0" spcFirstLastPara="1" rIns="0" wrap="square" tIns="0">
            <a:normAutofit fontScale="55000" lnSpcReduction="20000"/>
          </a:bodyPr>
          <a:lstStyle/>
          <a:p>
            <a:pPr indent="0" lvl="0" marL="0" rtl="0" algn="l">
              <a:lnSpc>
                <a:spcPct val="115000"/>
              </a:lnSpc>
              <a:spcBef>
                <a:spcPts val="1200"/>
              </a:spcBef>
              <a:spcAft>
                <a:spcPts val="0"/>
              </a:spcAft>
              <a:buNone/>
            </a:pPr>
            <a:r>
              <a:rPr lang="ru-RU" sz="2900">
                <a:solidFill>
                  <a:schemeClr val="dk1"/>
                </a:solidFill>
              </a:rPr>
              <a:t>PETTER N. KOLM, JEREMY TURIEL AND NICHOLAS WESTRAY</a:t>
            </a:r>
            <a:endParaRPr sz="2900">
              <a:solidFill>
                <a:schemeClr val="dk1"/>
              </a:solidFill>
            </a:endParaRPr>
          </a:p>
          <a:p>
            <a:pPr indent="0" lvl="0" marL="0" rtl="0" algn="l">
              <a:lnSpc>
                <a:spcPct val="115000"/>
              </a:lnSpc>
              <a:spcBef>
                <a:spcPts val="1200"/>
              </a:spcBef>
              <a:spcAft>
                <a:spcPts val="0"/>
              </a:spcAft>
              <a:buNone/>
            </a:pPr>
            <a:r>
              <a:t/>
            </a:r>
            <a:endParaRPr sz="1000">
              <a:solidFill>
                <a:srgbClr val="000000"/>
              </a:solidFill>
            </a:endParaRPr>
          </a:p>
          <a:p>
            <a:pPr indent="0" lvl="0" marL="0" marR="0" rtl="0" algn="l">
              <a:lnSpc>
                <a:spcPct val="100000"/>
              </a:lnSpc>
              <a:spcBef>
                <a:spcPts val="1200"/>
              </a:spcBef>
              <a:spcAft>
                <a:spcPts val="0"/>
              </a:spcAft>
              <a:buClr>
                <a:srgbClr val="0E2D69"/>
              </a:buClr>
              <a:buSzPct val="100000"/>
              <a:buFont typeface="Arial"/>
              <a:buNone/>
            </a:pPr>
            <a:r>
              <a:t/>
            </a:r>
            <a:endParaRPr/>
          </a:p>
        </p:txBody>
      </p:sp>
      <p:sp>
        <p:nvSpPr>
          <p:cNvPr id="242" name="Google Shape;242;p31"/>
          <p:cNvSpPr txBox="1"/>
          <p:nvPr/>
        </p:nvSpPr>
        <p:spPr>
          <a:xfrm>
            <a:off x="1027975" y="4993400"/>
            <a:ext cx="30000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sz="1600">
                <a:solidFill>
                  <a:srgbClr val="0E2D69"/>
                </a:solidFill>
              </a:rPr>
              <a:t>Maselskas Artemiy 241</a:t>
            </a:r>
            <a:endParaRPr sz="1600">
              <a:solidFill>
                <a:srgbClr val="0E2D69"/>
              </a:solidFill>
            </a:endParaRPr>
          </a:p>
          <a:p>
            <a:pPr indent="0" lvl="0" marL="0" rtl="0" algn="l">
              <a:spcBef>
                <a:spcPts val="0"/>
              </a:spcBef>
              <a:spcAft>
                <a:spcPts val="0"/>
              </a:spcAft>
              <a:buNone/>
            </a:pPr>
            <a:r>
              <a:rPr lang="ru-RU" sz="1600">
                <a:solidFill>
                  <a:srgbClr val="0E2D69"/>
                </a:solidFill>
              </a:rPr>
              <a:t>Polishchuk Anastasia 241</a:t>
            </a:r>
            <a:endParaRPr sz="1600">
              <a:solidFill>
                <a:srgbClr val="0E2D69"/>
              </a:solidFill>
            </a:endParaRPr>
          </a:p>
          <a:p>
            <a:pPr indent="0" lvl="0" marL="0" rtl="0" algn="l">
              <a:spcBef>
                <a:spcPts val="0"/>
              </a:spcBef>
              <a:spcAft>
                <a:spcPts val="0"/>
              </a:spcAft>
              <a:buNone/>
            </a:pPr>
            <a:r>
              <a:rPr lang="ru-RU" sz="1600">
                <a:solidFill>
                  <a:srgbClr val="0E2D69"/>
                </a:solidFill>
              </a:rPr>
              <a:t>Sudarikova Maria 241</a:t>
            </a:r>
            <a:endParaRPr sz="1600">
              <a:solidFill>
                <a:srgbClr val="0E2D69"/>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2"/>
          <p:cNvSpPr txBox="1"/>
          <p:nvPr>
            <p:ph type="title"/>
          </p:nvPr>
        </p:nvSpPr>
        <p:spPr>
          <a:xfrm>
            <a:off x="585898" y="1447790"/>
            <a:ext cx="5245560" cy="777025"/>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dk1"/>
              </a:buClr>
              <a:buSzPts val="2400"/>
              <a:buFont typeface="Arial"/>
              <a:buNone/>
            </a:pPr>
            <a:r>
              <a:rPr lang="ru-RU"/>
              <a:t>Why is High-Frequency Forecasting so hard?</a:t>
            </a:r>
            <a:endParaRPr/>
          </a:p>
        </p:txBody>
      </p:sp>
      <p:sp>
        <p:nvSpPr>
          <p:cNvPr id="248" name="Google Shape;248;p32"/>
          <p:cNvSpPr txBox="1"/>
          <p:nvPr>
            <p:ph idx="1" type="body"/>
          </p:nvPr>
        </p:nvSpPr>
        <p:spPr>
          <a:xfrm>
            <a:off x="585897" y="2379663"/>
            <a:ext cx="5245561" cy="3393234"/>
          </a:xfrm>
          <a:prstGeom prst="rect">
            <a:avLst/>
          </a:prstGeom>
          <a:noFill/>
          <a:ln>
            <a:noFill/>
          </a:ln>
        </p:spPr>
        <p:txBody>
          <a:bodyPr anchorCtr="0" anchor="t" bIns="45700" lIns="0" spcFirstLastPara="1" rIns="0" wrap="square" tIns="0">
            <a:normAutofit/>
          </a:bodyPr>
          <a:lstStyle/>
          <a:p>
            <a:pPr indent="-317500" lvl="0" marL="457200" rtl="0" algn="l">
              <a:lnSpc>
                <a:spcPct val="115000"/>
              </a:lnSpc>
              <a:spcBef>
                <a:spcPts val="0"/>
              </a:spcBef>
              <a:spcAft>
                <a:spcPts val="0"/>
              </a:spcAft>
              <a:buClr>
                <a:schemeClr val="dk1"/>
              </a:buClr>
              <a:buSzPts val="1400"/>
              <a:buChar char="●"/>
            </a:pPr>
            <a:r>
              <a:rPr lang="ru-RU" sz="1400">
                <a:solidFill>
                  <a:schemeClr val="dk1"/>
                </a:solidFill>
              </a:rPr>
              <a:t>The Limit Order Book (LOB): A massive, constantly changing list of all buy and sell orders of equities.</a:t>
            </a: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lang="ru-RU" sz="1400">
                <a:solidFill>
                  <a:schemeClr val="dk1"/>
                </a:solidFill>
              </a:rPr>
              <a:t>The Challenge: Raw LOB data is non-stationary and incredibly noisy.</a:t>
            </a: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lang="ru-RU" sz="1400">
                <a:solidFill>
                  <a:schemeClr val="dk1"/>
                </a:solidFill>
              </a:rPr>
              <a:t>Traditional approach: Feed raw prices and volumes into a model (rarely works well).</a:t>
            </a:r>
            <a:endParaRPr sz="1400">
              <a:solidFill>
                <a:schemeClr val="dk1"/>
              </a:solidFill>
            </a:endParaRPr>
          </a:p>
          <a:p>
            <a:pPr indent="0" lvl="0" marL="0" marR="0" rtl="0" algn="l">
              <a:lnSpc>
                <a:spcPct val="100000"/>
              </a:lnSpc>
              <a:spcBef>
                <a:spcPts val="0"/>
              </a:spcBef>
              <a:spcAft>
                <a:spcPts val="0"/>
              </a:spcAft>
              <a:buClr>
                <a:srgbClr val="0E2D69"/>
              </a:buClr>
              <a:buSzPts val="1300"/>
              <a:buFont typeface="Arial"/>
              <a:buNone/>
            </a:pPr>
            <a:r>
              <a:t/>
            </a:r>
            <a:endParaRPr/>
          </a:p>
        </p:txBody>
      </p:sp>
      <p:sp>
        <p:nvSpPr>
          <p:cNvPr id="249" name="Google Shape;249;p32"/>
          <p:cNvSpPr txBox="1"/>
          <p:nvPr>
            <p:ph idx="3" type="body"/>
          </p:nvPr>
        </p:nvSpPr>
        <p:spPr>
          <a:xfrm>
            <a:off x="1143688" y="540904"/>
            <a:ext cx="2174547" cy="415925"/>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600"/>
              <a:buFont typeface="Arial"/>
              <a:buNone/>
            </a:pPr>
            <a:r>
              <a:rPr lang="ru-RU" sz="1600"/>
              <a:t>Research Seminar</a:t>
            </a:r>
            <a:endParaRPr/>
          </a:p>
        </p:txBody>
      </p:sp>
      <p:pic>
        <p:nvPicPr>
          <p:cNvPr id="250" name="Google Shape;250;p32" title="Снимок экрана 2026-10-17 в 10.24.26.png"/>
          <p:cNvPicPr preferRelativeResize="0"/>
          <p:nvPr/>
        </p:nvPicPr>
        <p:blipFill rotWithShape="1">
          <a:blip r:embed="rId3">
            <a:alphaModFix/>
          </a:blip>
          <a:srcRect b="0" l="4161" r="5959" t="1604"/>
          <a:stretch/>
        </p:blipFill>
        <p:spPr>
          <a:xfrm>
            <a:off x="6015750" y="1397525"/>
            <a:ext cx="5549499" cy="4062959"/>
          </a:xfrm>
          <a:prstGeom prst="rect">
            <a:avLst/>
          </a:prstGeom>
          <a:noFill/>
          <a:ln>
            <a:noFill/>
          </a:ln>
        </p:spPr>
      </p:pic>
      <p:pic>
        <p:nvPicPr>
          <p:cNvPr id="251" name="Google Shape;251;p32" title="Снимок экрана 2026-10-17 в 10.34.20.png"/>
          <p:cNvPicPr preferRelativeResize="0"/>
          <p:nvPr/>
        </p:nvPicPr>
        <p:blipFill>
          <a:blip r:embed="rId4">
            <a:alphaModFix/>
          </a:blip>
          <a:stretch>
            <a:fillRect/>
          </a:stretch>
        </p:blipFill>
        <p:spPr>
          <a:xfrm>
            <a:off x="585900" y="4208350"/>
            <a:ext cx="5194626" cy="12521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3"/>
          <p:cNvSpPr txBox="1"/>
          <p:nvPr>
            <p:ph type="title"/>
          </p:nvPr>
        </p:nvSpPr>
        <p:spPr>
          <a:xfrm>
            <a:off x="585897" y="1447790"/>
            <a:ext cx="11057955" cy="777025"/>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dk1"/>
              </a:buClr>
              <a:buSzPts val="2400"/>
              <a:buFont typeface="Arial"/>
              <a:buNone/>
            </a:pPr>
            <a:r>
              <a:rPr lang="ru-RU"/>
              <a:t>The Paper's Insight: Order Flow</a:t>
            </a:r>
            <a:endParaRPr/>
          </a:p>
          <a:p>
            <a:pPr indent="0" lvl="0" marL="0" rtl="0" algn="l">
              <a:lnSpc>
                <a:spcPct val="100000"/>
              </a:lnSpc>
              <a:spcBef>
                <a:spcPts val="0"/>
              </a:spcBef>
              <a:spcAft>
                <a:spcPts val="0"/>
              </a:spcAft>
              <a:buClr>
                <a:schemeClr val="dk1"/>
              </a:buClr>
              <a:buSzPts val="2400"/>
              <a:buFont typeface="Arial"/>
              <a:buNone/>
            </a:pPr>
            <a:r>
              <a:t/>
            </a:r>
            <a:endParaRPr sz="1200">
              <a:solidFill>
                <a:srgbClr val="0F1115"/>
              </a:solidFill>
              <a:latin typeface="Roboto"/>
              <a:ea typeface="Roboto"/>
              <a:cs typeface="Roboto"/>
              <a:sym typeface="Roboto"/>
            </a:endParaRPr>
          </a:p>
        </p:txBody>
      </p:sp>
      <p:sp>
        <p:nvSpPr>
          <p:cNvPr id="257" name="Google Shape;257;p33"/>
          <p:cNvSpPr txBox="1"/>
          <p:nvPr>
            <p:ph idx="1" type="body"/>
          </p:nvPr>
        </p:nvSpPr>
        <p:spPr>
          <a:xfrm>
            <a:off x="585900" y="2224825"/>
            <a:ext cx="5247000" cy="3745200"/>
          </a:xfrm>
          <a:prstGeom prst="rect">
            <a:avLst/>
          </a:prstGeom>
          <a:noFill/>
          <a:ln>
            <a:noFill/>
          </a:ln>
        </p:spPr>
        <p:txBody>
          <a:bodyPr anchorCtr="0" anchor="t" bIns="45700" lIns="0" spcFirstLastPara="1" rIns="0" wrap="square" tIns="0">
            <a:noAutofit/>
          </a:bodyPr>
          <a:lstStyle/>
          <a:p>
            <a:pPr indent="-323850" lvl="0" marL="457200" rtl="0" algn="l">
              <a:lnSpc>
                <a:spcPct val="115000"/>
              </a:lnSpc>
              <a:spcBef>
                <a:spcPts val="1200"/>
              </a:spcBef>
              <a:spcAft>
                <a:spcPts val="0"/>
              </a:spcAft>
              <a:buClr>
                <a:schemeClr val="dk1"/>
              </a:buClr>
              <a:buSzPts val="1500"/>
              <a:buFont typeface="Arial"/>
              <a:buChar char="●"/>
            </a:pPr>
            <a:r>
              <a:rPr lang="ru-RU" sz="1500">
                <a:solidFill>
                  <a:schemeClr val="dk1"/>
                </a:solidFill>
              </a:rPr>
              <a:t>Stop looking at the snapshot</a:t>
            </a:r>
            <a:r>
              <a:rPr lang="ru-RU" sz="1500">
                <a:solidFill>
                  <a:schemeClr val="dk1"/>
                </a:solidFill>
              </a:rPr>
              <a:t>. L</a:t>
            </a:r>
            <a:r>
              <a:rPr lang="ru-RU" sz="1500">
                <a:solidFill>
                  <a:schemeClr val="dk1"/>
                </a:solidFill>
              </a:rPr>
              <a:t>ook at the flow.</a:t>
            </a:r>
            <a:endParaRPr sz="1500">
              <a:solidFill>
                <a:schemeClr val="dk1"/>
              </a:solidFill>
            </a:endParaRPr>
          </a:p>
          <a:p>
            <a:pPr indent="-323850" lvl="0" marL="457200" rtl="0" algn="l">
              <a:lnSpc>
                <a:spcPct val="115000"/>
              </a:lnSpc>
              <a:spcBef>
                <a:spcPts val="0"/>
              </a:spcBef>
              <a:spcAft>
                <a:spcPts val="0"/>
              </a:spcAft>
              <a:buClr>
                <a:schemeClr val="dk1"/>
              </a:buClr>
              <a:buSzPts val="1500"/>
              <a:buFont typeface="Arial"/>
              <a:buChar char="●"/>
            </a:pPr>
            <a:r>
              <a:rPr lang="ru-RU" sz="1500">
                <a:solidFill>
                  <a:schemeClr val="dk1"/>
                </a:solidFill>
              </a:rPr>
              <a:t>Order Flow (OF): The change in volume at each price level.</a:t>
            </a:r>
            <a:endParaRPr sz="1500">
              <a:solidFill>
                <a:schemeClr val="dk1"/>
              </a:solidFill>
            </a:endParaRPr>
          </a:p>
          <a:p>
            <a:pPr indent="-323850" lvl="0" marL="457200" rtl="0" algn="l">
              <a:lnSpc>
                <a:spcPct val="115000"/>
              </a:lnSpc>
              <a:spcBef>
                <a:spcPts val="0"/>
              </a:spcBef>
              <a:spcAft>
                <a:spcPts val="0"/>
              </a:spcAft>
              <a:buClr>
                <a:schemeClr val="dk1"/>
              </a:buClr>
              <a:buSzPts val="1500"/>
              <a:buFont typeface="Arial"/>
              <a:buChar char="●"/>
            </a:pPr>
            <a:r>
              <a:rPr lang="ru-RU" sz="1500">
                <a:solidFill>
                  <a:schemeClr val="dk1"/>
                </a:solidFill>
              </a:rPr>
              <a:t>Order Flow Imbalance (OFI): The difference between buy pressure and sell pressure (bOF - aOF).</a:t>
            </a:r>
            <a:endParaRPr sz="1500">
              <a:solidFill>
                <a:schemeClr val="dk1"/>
              </a:solidFill>
            </a:endParaRPr>
          </a:p>
          <a:p>
            <a:pPr indent="-323850" lvl="0" marL="457200" rtl="0" algn="l">
              <a:lnSpc>
                <a:spcPct val="115000"/>
              </a:lnSpc>
              <a:spcBef>
                <a:spcPts val="0"/>
              </a:spcBef>
              <a:spcAft>
                <a:spcPts val="0"/>
              </a:spcAft>
              <a:buClr>
                <a:schemeClr val="dk1"/>
              </a:buClr>
              <a:buSzPts val="1500"/>
              <a:buFont typeface="Arial"/>
              <a:buChar char="●"/>
            </a:pPr>
            <a:r>
              <a:rPr lang="ru-RU" sz="1500">
                <a:solidFill>
                  <a:schemeClr val="dk1"/>
                </a:solidFill>
              </a:rPr>
              <a:t>Why it works: OF and OFI transform non-stationary prices into a stationary time series.</a:t>
            </a:r>
            <a:endParaRPr sz="1500">
              <a:solidFill>
                <a:schemeClr val="dk1"/>
              </a:solidFill>
            </a:endParaRPr>
          </a:p>
          <a:p>
            <a:pPr indent="-323850" lvl="0" marL="457200" rtl="0" algn="l">
              <a:lnSpc>
                <a:spcPct val="115000"/>
              </a:lnSpc>
              <a:spcBef>
                <a:spcPts val="0"/>
              </a:spcBef>
              <a:spcAft>
                <a:spcPts val="0"/>
              </a:spcAft>
              <a:buClr>
                <a:schemeClr val="dk1"/>
              </a:buClr>
              <a:buSzPts val="1500"/>
              <a:buFont typeface="Arial"/>
              <a:buChar char="●"/>
            </a:pPr>
            <a:r>
              <a:rPr lang="ru-RU" sz="1500">
                <a:solidFill>
                  <a:schemeClr val="dk1"/>
                </a:solidFill>
              </a:rPr>
              <a:t>Result: Models trained on OF significantly outperform models trained on raw LOB.</a:t>
            </a:r>
            <a:endParaRPr sz="1500">
              <a:solidFill>
                <a:schemeClr val="dk1"/>
              </a:solidFill>
            </a:endParaRPr>
          </a:p>
          <a:p>
            <a:pPr indent="0" lvl="0" marL="139700" rtl="0" algn="l">
              <a:lnSpc>
                <a:spcPct val="115000"/>
              </a:lnSpc>
              <a:spcBef>
                <a:spcPts val="1200"/>
              </a:spcBef>
              <a:spcAft>
                <a:spcPts val="0"/>
              </a:spcAft>
              <a:buNone/>
            </a:pPr>
            <a:r>
              <a:rPr i="1" lang="ru-RU" sz="1500">
                <a:solidFill>
                  <a:schemeClr val="dk1"/>
                </a:solidFill>
              </a:rPr>
              <a:t>Instead of looking at a static picture of the book, we look at the flow - how orders are arriving and canceling. This is called Order Flow, or OF. The original paper proved that this stationary transformation is the secret sauce for high-frequency predictions.</a:t>
            </a:r>
            <a:endParaRPr i="1" sz="1500"/>
          </a:p>
        </p:txBody>
      </p:sp>
      <p:sp>
        <p:nvSpPr>
          <p:cNvPr id="258" name="Google Shape;258;p33"/>
          <p:cNvSpPr txBox="1"/>
          <p:nvPr>
            <p:ph idx="2" type="body"/>
          </p:nvPr>
        </p:nvSpPr>
        <p:spPr>
          <a:xfrm>
            <a:off x="1143689" y="540904"/>
            <a:ext cx="2174546" cy="415925"/>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600"/>
              <a:buFont typeface="Arial"/>
              <a:buNone/>
            </a:pPr>
            <a:r>
              <a:rPr lang="ru-RU" sz="1600"/>
              <a:t>Research Seminar</a:t>
            </a:r>
            <a:endParaRPr sz="1400"/>
          </a:p>
          <a:p>
            <a:pPr indent="0" lvl="0" marL="0" marR="0" rtl="0" algn="l">
              <a:lnSpc>
                <a:spcPct val="100000"/>
              </a:lnSpc>
              <a:spcBef>
                <a:spcPts val="0"/>
              </a:spcBef>
              <a:spcAft>
                <a:spcPts val="0"/>
              </a:spcAft>
              <a:buClr>
                <a:schemeClr val="dk1"/>
              </a:buClr>
              <a:buSzPts val="1000"/>
              <a:buFont typeface="Arial"/>
              <a:buNone/>
            </a:pPr>
            <a:r>
              <a:t/>
            </a:r>
            <a:endParaRPr/>
          </a:p>
        </p:txBody>
      </p:sp>
      <p:pic>
        <p:nvPicPr>
          <p:cNvPr id="259" name="Google Shape;259;p33" title="Снимок экрана 2026-10-17 в 10.40.21.png"/>
          <p:cNvPicPr preferRelativeResize="0"/>
          <p:nvPr/>
        </p:nvPicPr>
        <p:blipFill>
          <a:blip r:embed="rId3">
            <a:alphaModFix/>
          </a:blip>
          <a:stretch>
            <a:fillRect/>
          </a:stretch>
        </p:blipFill>
        <p:spPr>
          <a:xfrm>
            <a:off x="5883125" y="1242907"/>
            <a:ext cx="6055275" cy="50448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4"/>
          <p:cNvSpPr txBox="1"/>
          <p:nvPr>
            <p:ph type="title"/>
          </p:nvPr>
        </p:nvSpPr>
        <p:spPr>
          <a:xfrm>
            <a:off x="585897" y="1309990"/>
            <a:ext cx="11058000" cy="7770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ru-RU"/>
              <a:t>What are we forecasting? Alpha term structure</a:t>
            </a:r>
            <a:endParaRPr/>
          </a:p>
        </p:txBody>
      </p:sp>
      <p:sp>
        <p:nvSpPr>
          <p:cNvPr id="266" name="Google Shape;266;p34"/>
          <p:cNvSpPr txBox="1"/>
          <p:nvPr>
            <p:ph idx="1" type="body"/>
          </p:nvPr>
        </p:nvSpPr>
        <p:spPr>
          <a:xfrm>
            <a:off x="585897" y="1934088"/>
            <a:ext cx="11058000" cy="3745200"/>
          </a:xfrm>
          <a:prstGeom prst="rect">
            <a:avLst/>
          </a:prstGeom>
        </p:spPr>
        <p:txBody>
          <a:bodyPr anchorCtr="0" anchor="t" bIns="45700" lIns="0" spcFirstLastPara="1" rIns="0" wrap="square" tIns="0">
            <a:noAutofit/>
          </a:bodyPr>
          <a:lstStyle/>
          <a:p>
            <a:pPr indent="0" lvl="0" marL="0" rtl="0" algn="l">
              <a:spcBef>
                <a:spcPts val="1200"/>
              </a:spcBef>
              <a:spcAft>
                <a:spcPts val="0"/>
              </a:spcAft>
              <a:buNone/>
            </a:pPr>
            <a:r>
              <a:rPr lang="ru-RU" sz="1600">
                <a:solidFill>
                  <a:schemeClr val="dk1"/>
                </a:solidFill>
              </a:rPr>
              <a:t>What are we actually predicting? We don't just guess one price. We predict a whole curve - an Alpha Term Structure. The variable is the future mid-price return, measured in dollars, minus a 10-millisecond latency. We predict this return for 10 different horizons, ranging from a fraction of a price change to two full price changes. This tells us not just </a:t>
            </a:r>
            <a:r>
              <a:rPr i="1" lang="ru-RU" sz="1600">
                <a:solidFill>
                  <a:schemeClr val="dk1"/>
                </a:solidFill>
              </a:rPr>
              <a:t>where</a:t>
            </a:r>
            <a:r>
              <a:rPr lang="ru-RU" sz="1600">
                <a:solidFill>
                  <a:schemeClr val="dk1"/>
                </a:solidFill>
              </a:rPr>
              <a:t> the price will go, but </a:t>
            </a:r>
            <a:r>
              <a:rPr i="1" lang="ru-RU" sz="1600">
                <a:solidFill>
                  <a:schemeClr val="dk1"/>
                </a:solidFill>
              </a:rPr>
              <a:t>when</a:t>
            </a:r>
            <a:r>
              <a:rPr lang="ru-RU" sz="1600">
                <a:solidFill>
                  <a:schemeClr val="dk1"/>
                </a:solidFill>
              </a:rPr>
              <a:t> it will get there.</a:t>
            </a:r>
            <a:endParaRPr sz="1600">
              <a:solidFill>
                <a:schemeClr val="dk1"/>
              </a:solidFill>
            </a:endParaRPr>
          </a:p>
        </p:txBody>
      </p:sp>
      <p:sp>
        <p:nvSpPr>
          <p:cNvPr id="267" name="Google Shape;267;p34"/>
          <p:cNvSpPr txBox="1"/>
          <p:nvPr>
            <p:ph idx="2" type="body"/>
          </p:nvPr>
        </p:nvSpPr>
        <p:spPr>
          <a:xfrm>
            <a:off x="1143689" y="540904"/>
            <a:ext cx="2174400" cy="4158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600"/>
              <a:buFont typeface="Arial"/>
              <a:buNone/>
            </a:pPr>
            <a:r>
              <a:rPr lang="ru-RU" sz="1600"/>
              <a:t>Research Seminar</a:t>
            </a:r>
            <a:endParaRPr/>
          </a:p>
        </p:txBody>
      </p:sp>
      <p:pic>
        <p:nvPicPr>
          <p:cNvPr id="268" name="Google Shape;268;p34" title="Снимок экрана 2026-10-17 в 11.15.31.png"/>
          <p:cNvPicPr preferRelativeResize="0"/>
          <p:nvPr/>
        </p:nvPicPr>
        <p:blipFill>
          <a:blip r:embed="rId3">
            <a:alphaModFix/>
          </a:blip>
          <a:stretch>
            <a:fillRect/>
          </a:stretch>
        </p:blipFill>
        <p:spPr>
          <a:xfrm>
            <a:off x="666700" y="3109150"/>
            <a:ext cx="5242050" cy="2016175"/>
          </a:xfrm>
          <a:prstGeom prst="rect">
            <a:avLst/>
          </a:prstGeom>
          <a:noFill/>
          <a:ln>
            <a:noFill/>
          </a:ln>
        </p:spPr>
      </p:pic>
      <p:pic>
        <p:nvPicPr>
          <p:cNvPr id="269" name="Google Shape;269;p34" title="Снимок экрана 2026-10-17 в 11.17.04.png"/>
          <p:cNvPicPr preferRelativeResize="0"/>
          <p:nvPr/>
        </p:nvPicPr>
        <p:blipFill rotWithShape="1">
          <a:blip r:embed="rId4">
            <a:alphaModFix/>
          </a:blip>
          <a:srcRect b="-12679" l="-4300" r="-11912" t="-3533"/>
          <a:stretch/>
        </p:blipFill>
        <p:spPr>
          <a:xfrm>
            <a:off x="6053275" y="3022425"/>
            <a:ext cx="5628999" cy="3352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5"/>
          <p:cNvSpPr txBox="1"/>
          <p:nvPr>
            <p:ph type="title"/>
          </p:nvPr>
        </p:nvSpPr>
        <p:spPr>
          <a:xfrm>
            <a:off x="585883" y="1447800"/>
            <a:ext cx="11057954" cy="4286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400"/>
              <a:buFont typeface="Arial"/>
              <a:buNone/>
            </a:pPr>
            <a:r>
              <a:rPr b="0" i="0" lang="ru-RU" sz="2400" u="none" cap="none" strike="noStrike">
                <a:solidFill>
                  <a:srgbClr val="0F2C68"/>
                </a:solidFill>
                <a:latin typeface="Arial"/>
                <a:ea typeface="Arial"/>
                <a:cs typeface="Arial"/>
                <a:sym typeface="Arial"/>
              </a:rPr>
              <a:t>Deviations from the Original Study</a:t>
            </a:r>
            <a:endParaRPr b="0" i="0" sz="2400" u="none" cap="none" strike="noStrike">
              <a:solidFill>
                <a:srgbClr val="0F2C68"/>
              </a:solidFill>
              <a:latin typeface="Arial"/>
              <a:ea typeface="Arial"/>
              <a:cs typeface="Arial"/>
              <a:sym typeface="Arial"/>
            </a:endParaRPr>
          </a:p>
        </p:txBody>
      </p:sp>
      <p:sp>
        <p:nvSpPr>
          <p:cNvPr id="276" name="Google Shape;276;p35"/>
          <p:cNvSpPr txBox="1"/>
          <p:nvPr>
            <p:ph idx="4" type="body"/>
          </p:nvPr>
        </p:nvSpPr>
        <p:spPr>
          <a:xfrm>
            <a:off x="1143689" y="540904"/>
            <a:ext cx="2174400" cy="41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600"/>
              <a:buFont typeface="Arial"/>
              <a:buNone/>
            </a:pPr>
            <a:r>
              <a:rPr lang="ru-RU" sz="1600"/>
              <a:t>Research Seminar</a:t>
            </a:r>
            <a:endParaRPr sz="1400"/>
          </a:p>
          <a:p>
            <a:pPr indent="0" lvl="0" marL="0" rtl="0" algn="l">
              <a:lnSpc>
                <a:spcPct val="100000"/>
              </a:lnSpc>
              <a:spcBef>
                <a:spcPts val="0"/>
              </a:spcBef>
              <a:spcAft>
                <a:spcPts val="0"/>
              </a:spcAft>
              <a:buClr>
                <a:schemeClr val="dk1"/>
              </a:buClr>
              <a:buSzPts val="1000"/>
              <a:buFont typeface="Arial"/>
              <a:buNone/>
            </a:pPr>
            <a:r>
              <a:t/>
            </a:r>
            <a:endParaRPr sz="1400">
              <a:solidFill>
                <a:srgbClr val="000000"/>
              </a:solidFill>
            </a:endParaRPr>
          </a:p>
          <a:p>
            <a:pPr indent="0" lvl="0" marL="0" rtl="0" algn="l">
              <a:lnSpc>
                <a:spcPct val="100000"/>
              </a:lnSpc>
              <a:spcBef>
                <a:spcPts val="0"/>
              </a:spcBef>
              <a:spcAft>
                <a:spcPts val="0"/>
              </a:spcAft>
              <a:buClr>
                <a:schemeClr val="dk1"/>
              </a:buClr>
              <a:buSzPts val="1000"/>
              <a:buFont typeface="Arial"/>
              <a:buNone/>
            </a:pPr>
            <a:r>
              <a:t/>
            </a:r>
            <a:endParaRPr sz="1400">
              <a:solidFill>
                <a:srgbClr val="000000"/>
              </a:solidFill>
            </a:endParaRPr>
          </a:p>
          <a:p>
            <a:pPr indent="0" lvl="0" marL="0" rtl="0" algn="l">
              <a:lnSpc>
                <a:spcPct val="100000"/>
              </a:lnSpc>
              <a:spcBef>
                <a:spcPts val="0"/>
              </a:spcBef>
              <a:spcAft>
                <a:spcPts val="0"/>
              </a:spcAft>
              <a:buSzPts val="1000"/>
              <a:buNone/>
            </a:pPr>
            <a:r>
              <a:t/>
            </a:r>
            <a:endParaRPr/>
          </a:p>
        </p:txBody>
      </p:sp>
      <p:sp>
        <p:nvSpPr>
          <p:cNvPr id="277" name="Google Shape;277;p35"/>
          <p:cNvSpPr/>
          <p:nvPr/>
        </p:nvSpPr>
        <p:spPr>
          <a:xfrm>
            <a:off x="585883" y="2076450"/>
            <a:ext cx="11057954" cy="4495800"/>
          </a:xfrm>
          <a:prstGeom prst="rect">
            <a:avLst/>
          </a:prstGeom>
          <a:noFill/>
          <a:ln>
            <a:noFill/>
          </a:ln>
        </p:spPr>
        <p:txBody>
          <a:bodyPr anchorCtr="0" anchor="t" bIns="0" lIns="0" spcFirstLastPara="1" rIns="0" wrap="square" tIns="0">
            <a:noAutofit/>
          </a:bodyPr>
          <a:lstStyle/>
          <a:p>
            <a:pPr indent="-114300" lvl="0" marL="228600" marR="0" rtl="0" algn="l">
              <a:lnSpc>
                <a:spcPct val="100000"/>
              </a:lnSpc>
              <a:spcBef>
                <a:spcPts val="0"/>
              </a:spcBef>
              <a:spcAft>
                <a:spcPts val="0"/>
              </a:spcAft>
              <a:buClr>
                <a:srgbClr val="000000"/>
              </a:buClr>
              <a:buSzPts val="1600"/>
              <a:buFont typeface="Arial"/>
              <a:buChar char="•"/>
            </a:pPr>
            <a:r>
              <a:rPr b="1" i="0" lang="ru-RU" sz="1600" u="none" cap="none" strike="noStrike">
                <a:solidFill>
                  <a:srgbClr val="0F2C68"/>
                </a:solidFill>
                <a:latin typeface="Arial"/>
                <a:ea typeface="Arial"/>
                <a:cs typeface="Arial"/>
                <a:sym typeface="Arial"/>
              </a:rPr>
              <a:t>Data access. </a:t>
            </a:r>
            <a:r>
              <a:rPr b="0" i="0" lang="ru-RU" sz="1600" u="none" cap="none" strike="noStrike">
                <a:solidFill>
                  <a:srgbClr val="0F2C68"/>
                </a:solidFill>
                <a:latin typeface="Arial"/>
                <a:ea typeface="Arial"/>
                <a:cs typeface="Arial"/>
                <a:sym typeface="Arial"/>
              </a:rPr>
              <a:t>IEX DEEP replaces Nasdaq/LOBSTER because the original data were unavailable to us. Different trading venues limit direct comparison of the results.</a:t>
            </a:r>
            <a:endParaRPr/>
          </a:p>
          <a:p>
            <a:pPr indent="-114300" lvl="0" marL="228600" marR="0" rtl="0" algn="l">
              <a:lnSpc>
                <a:spcPct val="100000"/>
              </a:lnSpc>
              <a:spcBef>
                <a:spcPts val="1000"/>
              </a:spcBef>
              <a:spcAft>
                <a:spcPts val="0"/>
              </a:spcAft>
              <a:buClr>
                <a:srgbClr val="000000"/>
              </a:buClr>
              <a:buSzPts val="1600"/>
              <a:buFont typeface="Arial"/>
              <a:buChar char="•"/>
            </a:pPr>
            <a:r>
              <a:rPr b="1" i="0" lang="ru-RU" sz="1600" u="none" cap="none" strike="noStrike">
                <a:solidFill>
                  <a:srgbClr val="0F2C68"/>
                </a:solidFill>
                <a:latin typeface="Arial"/>
                <a:ea typeface="Arial"/>
                <a:cs typeface="Arial"/>
                <a:sym typeface="Arial"/>
              </a:rPr>
              <a:t>Smaller sample. </a:t>
            </a:r>
            <a:r>
              <a:rPr b="0" i="0" lang="ru-RU" sz="1600" u="none" cap="none" strike="noStrike">
                <a:solidFill>
                  <a:srgbClr val="0F2C68"/>
                </a:solidFill>
                <a:latin typeface="Arial"/>
                <a:ea typeface="Arial"/>
                <a:cs typeface="Arial"/>
                <a:sym typeface="Arial"/>
              </a:rPr>
              <a:t>11 stocks, 12 weeks and 3 rolling windows, versus 115 stocks, 48 weeks and 18 windows. Neural models use 6 stocks. Selection favors large-tick stocks and reduces statistical power.</a:t>
            </a:r>
            <a:endParaRPr/>
          </a:p>
          <a:p>
            <a:pPr indent="-114300" lvl="0" marL="228600" marR="0" rtl="0" algn="l">
              <a:lnSpc>
                <a:spcPct val="100000"/>
              </a:lnSpc>
              <a:spcBef>
                <a:spcPts val="1000"/>
              </a:spcBef>
              <a:spcAft>
                <a:spcPts val="0"/>
              </a:spcAft>
              <a:buClr>
                <a:srgbClr val="000000"/>
              </a:buClr>
              <a:buSzPts val="1600"/>
              <a:buFont typeface="Arial"/>
              <a:buChar char="•"/>
            </a:pPr>
            <a:r>
              <a:rPr b="1" i="0" lang="ru-RU" sz="1600" u="none" cap="none" strike="noStrike">
                <a:solidFill>
                  <a:srgbClr val="0F2C68"/>
                </a:solidFill>
                <a:latin typeface="Arial"/>
                <a:ea typeface="Arial"/>
                <a:cs typeface="Arial"/>
                <a:sym typeface="Arial"/>
              </a:rPr>
              <a:t>Training budget. </a:t>
            </a:r>
            <a:r>
              <a:rPr b="0" i="0" lang="ru-RU" sz="1600" u="none" cap="none" strike="noStrike">
                <a:solidFill>
                  <a:srgbClr val="0F2C68"/>
                </a:solidFill>
                <a:latin typeface="Arial"/>
                <a:ea typeface="Arial"/>
                <a:cs typeface="Arial"/>
                <a:sym typeface="Arial"/>
              </a:rPr>
              <a:t>Each epoch samples 400,000 training windows. Early stopping uses 200,000 fixed validation windows. Testing covers the full test week. Sampling can affect model fitting and selection.</a:t>
            </a:r>
            <a:endParaRPr/>
          </a:p>
          <a:p>
            <a:pPr indent="-114300" lvl="0" marL="228600" marR="0" rtl="0" algn="l">
              <a:lnSpc>
                <a:spcPct val="100000"/>
              </a:lnSpc>
              <a:spcBef>
                <a:spcPts val="1000"/>
              </a:spcBef>
              <a:spcAft>
                <a:spcPts val="0"/>
              </a:spcAft>
              <a:buClr>
                <a:srgbClr val="000000"/>
              </a:buClr>
              <a:buSzPts val="1600"/>
              <a:buFont typeface="Arial"/>
              <a:buChar char="•"/>
            </a:pPr>
            <a:r>
              <a:rPr b="1" i="0" lang="ru-RU" sz="1600" u="none" cap="none" strike="noStrike">
                <a:solidFill>
                  <a:srgbClr val="0F2C68"/>
                </a:solidFill>
                <a:latin typeface="Arial"/>
                <a:ea typeface="Arial"/>
                <a:cs typeface="Arial"/>
                <a:sym typeface="Arial"/>
              </a:rPr>
              <a:t>Learning settings. </a:t>
            </a:r>
            <a:r>
              <a:rPr b="0" i="0" lang="ru-RU" sz="1600" u="none" cap="none" strike="noStrike">
                <a:solidFill>
                  <a:srgbClr val="0F2C68"/>
                </a:solidFill>
                <a:latin typeface="Arial"/>
                <a:ea typeface="Arial"/>
                <a:cs typeface="Arial"/>
                <a:sym typeface="Arial"/>
              </a:rPr>
              <a:t>MLP and LSTM variants use a learning rate of 10⁻⁴ instead of 10⁻⁵. LSTM (3) has a 12-epoch cap. These choices fit local hardware limits, but may affect convergence.</a:t>
            </a:r>
            <a:endParaRPr/>
          </a:p>
          <a:p>
            <a:pPr indent="-114300" lvl="0" marL="228600" marR="0" rtl="0" algn="l">
              <a:lnSpc>
                <a:spcPct val="100000"/>
              </a:lnSpc>
              <a:spcBef>
                <a:spcPts val="1000"/>
              </a:spcBef>
              <a:spcAft>
                <a:spcPts val="0"/>
              </a:spcAft>
              <a:buClr>
                <a:srgbClr val="000000"/>
              </a:buClr>
              <a:buSzPts val="1600"/>
              <a:buFont typeface="Arial"/>
              <a:buChar char="•"/>
            </a:pPr>
            <a:r>
              <a:rPr b="1" i="0" lang="ru-RU" sz="1600" u="none" cap="none" strike="noStrike">
                <a:solidFill>
                  <a:srgbClr val="0F2C68"/>
                </a:solidFill>
                <a:latin typeface="Arial"/>
                <a:ea typeface="Arial"/>
                <a:cs typeface="Arial"/>
                <a:sym typeface="Arial"/>
              </a:rPr>
              <a:t>ARX estimation. </a:t>
            </a:r>
            <a:r>
              <a:rPr b="0" i="0" lang="ru-RU" sz="1600" u="none" cap="none" strike="noStrike">
                <a:solidFill>
                  <a:srgbClr val="0F2C68"/>
                </a:solidFill>
                <a:latin typeface="Arial"/>
                <a:ea typeface="Arial"/>
                <a:cs typeface="Arial"/>
                <a:sym typeface="Arial"/>
              </a:rPr>
              <a:t>Closed-form ridge regression with a validation-selected penalty replaces Adam. Additional Adam runs check how this choice affects the comparison.</a:t>
            </a:r>
            <a:endParaRPr/>
          </a:p>
          <a:p>
            <a:pPr indent="-114300" lvl="0" marL="228600" marR="0" rtl="0" algn="l">
              <a:lnSpc>
                <a:spcPct val="100000"/>
              </a:lnSpc>
              <a:spcBef>
                <a:spcPts val="1000"/>
              </a:spcBef>
              <a:spcAft>
                <a:spcPts val="0"/>
              </a:spcAft>
              <a:buClr>
                <a:srgbClr val="000000"/>
              </a:buClr>
              <a:buSzPts val="1600"/>
              <a:buFont typeface="Arial"/>
              <a:buChar char="•"/>
            </a:pPr>
            <a:r>
              <a:rPr b="1" i="0" lang="ru-RU" sz="1600" u="none" cap="none" strike="noStrike">
                <a:solidFill>
                  <a:srgbClr val="0F2C68"/>
                </a:solidFill>
                <a:latin typeface="Arial"/>
                <a:ea typeface="Arial"/>
                <a:cs typeface="Arial"/>
                <a:sym typeface="Arial"/>
              </a:rPr>
              <a:t>Experiment scope. </a:t>
            </a:r>
            <a:r>
              <a:rPr b="0" i="0" lang="ru-RU" sz="1600" u="none" cap="none" strike="noStrike">
                <a:solidFill>
                  <a:srgbClr val="0F2C68"/>
                </a:solidFill>
                <a:latin typeface="Arial"/>
                <a:ea typeface="Arial"/>
                <a:cs typeface="Arial"/>
                <a:sym typeface="Arial"/>
              </a:rPr>
              <a:t>OF is the main input. OFI checks cover ARX, LSTM and MLP. Only ARX (Adam) and MLP run on LOB.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6"/>
          <p:cNvSpPr txBox="1"/>
          <p:nvPr>
            <p:ph idx="1" type="body"/>
          </p:nvPr>
        </p:nvSpPr>
        <p:spPr>
          <a:xfrm>
            <a:off x="585900" y="2343975"/>
            <a:ext cx="7142700" cy="3523200"/>
          </a:xfrm>
          <a:prstGeom prst="rect">
            <a:avLst/>
          </a:prstGeom>
          <a:noFill/>
          <a:ln>
            <a:noFill/>
          </a:ln>
        </p:spPr>
        <p:txBody>
          <a:bodyPr anchorCtr="0" anchor="t" bIns="45700" lIns="0" spcFirstLastPara="1" rIns="0" wrap="square" tIns="0">
            <a:normAutofit/>
          </a:bodyPr>
          <a:lstStyle/>
          <a:p>
            <a:pPr indent="-330200" lvl="0" marL="457200" rtl="0" algn="l">
              <a:lnSpc>
                <a:spcPct val="115000"/>
              </a:lnSpc>
              <a:spcBef>
                <a:spcPts val="1200"/>
              </a:spcBef>
              <a:spcAft>
                <a:spcPts val="0"/>
              </a:spcAft>
              <a:buClr>
                <a:schemeClr val="dk1"/>
              </a:buClr>
              <a:buSzPts val="1600"/>
              <a:buFont typeface="Arial"/>
              <a:buChar char="●"/>
            </a:pPr>
            <a:r>
              <a:rPr lang="ru-RU" sz="1600">
                <a:solidFill>
                  <a:schemeClr val="dk1"/>
                </a:solidFill>
              </a:rPr>
              <a:t>Original Data: LOBSTER, 115 Nasdaq stocks, 48 weeks.</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Arial"/>
              <a:buChar char="●"/>
            </a:pPr>
            <a:r>
              <a:rPr lang="ru-RU" sz="1600">
                <a:solidFill>
                  <a:schemeClr val="dk1"/>
                </a:solidFill>
              </a:rPr>
              <a:t>Our Data: IEX DEEP (Level 2), 11 stocks, 12 weeks.</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Arial"/>
              <a:buChar char="●"/>
            </a:pPr>
            <a:r>
              <a:rPr lang="ru-RU" sz="1600">
                <a:solidFill>
                  <a:schemeClr val="dk1"/>
                </a:solidFill>
              </a:rPr>
              <a:t>Stock Universe (Grouped by Spread):</a:t>
            </a:r>
            <a:endParaRPr sz="1600">
              <a:solidFill>
                <a:schemeClr val="dk1"/>
              </a:solidFill>
            </a:endParaRPr>
          </a:p>
          <a:p>
            <a:pPr indent="-330200" lvl="2" marL="1371600" rtl="0" algn="l">
              <a:lnSpc>
                <a:spcPct val="115000"/>
              </a:lnSpc>
              <a:spcBef>
                <a:spcPts val="0"/>
              </a:spcBef>
              <a:spcAft>
                <a:spcPts val="0"/>
              </a:spcAft>
              <a:buClr>
                <a:schemeClr val="dk1"/>
              </a:buClr>
              <a:buSzPts val="1600"/>
              <a:buAutoNum type="romanLcPeriod"/>
            </a:pPr>
            <a:r>
              <a:rPr lang="ru-RU" sz="1600">
                <a:solidFill>
                  <a:schemeClr val="dk1"/>
                </a:solidFill>
              </a:rPr>
              <a:t>Large-tick (highly liquid): BAC, VZ, NKE</a:t>
            </a:r>
            <a:endParaRPr sz="1600">
              <a:solidFill>
                <a:schemeClr val="dk1"/>
              </a:solidFill>
            </a:endParaRPr>
          </a:p>
          <a:p>
            <a:pPr indent="-330200" lvl="2" marL="1371600" rtl="0" algn="l">
              <a:lnSpc>
                <a:spcPct val="115000"/>
              </a:lnSpc>
              <a:spcBef>
                <a:spcPts val="0"/>
              </a:spcBef>
              <a:spcAft>
                <a:spcPts val="0"/>
              </a:spcAft>
              <a:buClr>
                <a:schemeClr val="dk1"/>
              </a:buClr>
              <a:buSzPts val="1600"/>
              <a:buAutoNum type="romanLcPeriod"/>
            </a:pPr>
            <a:r>
              <a:rPr lang="ru-RU" sz="1600">
                <a:solidFill>
                  <a:schemeClr val="dk1"/>
                </a:solidFill>
              </a:rPr>
              <a:t>Medium-tick: USB, OXY, MO, NEE</a:t>
            </a:r>
            <a:endParaRPr sz="1600">
              <a:solidFill>
                <a:schemeClr val="dk1"/>
              </a:solidFill>
            </a:endParaRPr>
          </a:p>
          <a:p>
            <a:pPr indent="-330200" lvl="2" marL="1371600" rtl="0" algn="l">
              <a:lnSpc>
                <a:spcPct val="115000"/>
              </a:lnSpc>
              <a:spcBef>
                <a:spcPts val="0"/>
              </a:spcBef>
              <a:spcAft>
                <a:spcPts val="0"/>
              </a:spcAft>
              <a:buClr>
                <a:schemeClr val="dk1"/>
              </a:buClr>
              <a:buSzPts val="1600"/>
              <a:buAutoNum type="romanLcPeriod"/>
            </a:pPr>
            <a:r>
              <a:rPr lang="ru-RU" sz="1600">
                <a:solidFill>
                  <a:schemeClr val="dk1"/>
                </a:solidFill>
              </a:rPr>
              <a:t>Small-tick (volatile): UBER, DIS, CTSH, BSX</a:t>
            </a:r>
            <a:endParaRPr sz="1600">
              <a:solidFill>
                <a:schemeClr val="dk1"/>
              </a:solidFill>
            </a:endParaRPr>
          </a:p>
          <a:p>
            <a:pPr indent="-330200" lvl="0" marL="457200" rtl="0" algn="l">
              <a:lnSpc>
                <a:spcPct val="115000"/>
              </a:lnSpc>
              <a:spcBef>
                <a:spcPts val="0"/>
              </a:spcBef>
              <a:spcAft>
                <a:spcPts val="0"/>
              </a:spcAft>
              <a:buClr>
                <a:schemeClr val="dk1"/>
              </a:buClr>
              <a:buSzPts val="1600"/>
              <a:buFont typeface="Arial"/>
              <a:buChar char="●"/>
            </a:pPr>
            <a:r>
              <a:rPr lang="ru-RU" sz="1600">
                <a:solidFill>
                  <a:schemeClr val="dk1"/>
                </a:solidFill>
              </a:rPr>
              <a:t>The Goal: Can we extract alpha from a smaller exchange?</a:t>
            </a:r>
            <a:endParaRPr sz="1600">
              <a:solidFill>
                <a:schemeClr val="dk1"/>
              </a:solidFill>
            </a:endParaRPr>
          </a:p>
          <a:p>
            <a:pPr indent="0" lvl="0" marL="139700" rtl="0" algn="l">
              <a:lnSpc>
                <a:spcPct val="115000"/>
              </a:lnSpc>
              <a:spcBef>
                <a:spcPts val="1200"/>
              </a:spcBef>
              <a:spcAft>
                <a:spcPts val="0"/>
              </a:spcAft>
              <a:buNone/>
            </a:pPr>
            <a:r>
              <a:rPr i="1" lang="ru-RU" sz="1600">
                <a:solidFill>
                  <a:schemeClr val="dk1"/>
                </a:solidFill>
              </a:rPr>
              <a:t>We couldn't get the 10-terabyte LOBSTER dataset. So we used IEX DEEP data. IEX is a smaller exchange, so we scaled down to 11 tickers. We grouped them into small, medium, and large-tick stocks, because as we will see later, the tick size changes everything.</a:t>
            </a:r>
            <a:endParaRPr i="1" sz="1600">
              <a:solidFill>
                <a:schemeClr val="dk1"/>
              </a:solidFill>
            </a:endParaRPr>
          </a:p>
          <a:p>
            <a:pPr indent="0" lvl="0" marL="0" marR="0" rtl="0" algn="l">
              <a:lnSpc>
                <a:spcPct val="100000"/>
              </a:lnSpc>
              <a:spcBef>
                <a:spcPts val="0"/>
              </a:spcBef>
              <a:spcAft>
                <a:spcPts val="0"/>
              </a:spcAft>
              <a:buClr>
                <a:srgbClr val="0E2D69"/>
              </a:buClr>
              <a:buSzPts val="1300"/>
              <a:buFont typeface="Arial"/>
              <a:buNone/>
            </a:pPr>
            <a:r>
              <a:t/>
            </a:r>
            <a:endParaRPr i="1"/>
          </a:p>
        </p:txBody>
      </p:sp>
      <p:sp>
        <p:nvSpPr>
          <p:cNvPr id="283" name="Google Shape;283;p36"/>
          <p:cNvSpPr txBox="1"/>
          <p:nvPr>
            <p:ph idx="2" type="body"/>
          </p:nvPr>
        </p:nvSpPr>
        <p:spPr>
          <a:xfrm>
            <a:off x="585897" y="5183249"/>
            <a:ext cx="3934345" cy="553998"/>
          </a:xfrm>
          <a:prstGeom prst="rect">
            <a:avLst/>
          </a:prstGeom>
          <a:noFill/>
          <a:ln>
            <a:noFill/>
          </a:ln>
        </p:spPr>
        <p:txBody>
          <a:bodyPr anchorCtr="0" anchor="t" bIns="45700" lIns="0" spcFirstLastPara="1" rIns="0" wrap="square" tIns="0">
            <a:normAutofit/>
          </a:bodyPr>
          <a:lstStyle/>
          <a:p>
            <a:pPr indent="0" lvl="0" marL="0" marR="0" rtl="0" algn="l">
              <a:lnSpc>
                <a:spcPct val="100000"/>
              </a:lnSpc>
              <a:spcBef>
                <a:spcPts val="0"/>
              </a:spcBef>
              <a:spcAft>
                <a:spcPts val="0"/>
              </a:spcAft>
              <a:buClr>
                <a:srgbClr val="0E2D69"/>
              </a:buClr>
              <a:buSzPts val="1000"/>
              <a:buFont typeface="Arial"/>
              <a:buNone/>
            </a:pPr>
            <a:r>
              <a:t/>
            </a:r>
            <a:endParaRPr/>
          </a:p>
        </p:txBody>
      </p:sp>
      <p:sp>
        <p:nvSpPr>
          <p:cNvPr id="284" name="Google Shape;284;p36"/>
          <p:cNvSpPr txBox="1"/>
          <p:nvPr>
            <p:ph idx="3" type="body"/>
          </p:nvPr>
        </p:nvSpPr>
        <p:spPr>
          <a:xfrm>
            <a:off x="7265702" y="2379675"/>
            <a:ext cx="4378200" cy="3451800"/>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rgbClr val="0E2D69"/>
              </a:buClr>
              <a:buSzPts val="3200"/>
              <a:buFont typeface="Arial"/>
              <a:buNone/>
            </a:pPr>
            <a:r>
              <a:t/>
            </a:r>
            <a:endParaRPr/>
          </a:p>
        </p:txBody>
      </p:sp>
      <p:sp>
        <p:nvSpPr>
          <p:cNvPr id="285" name="Google Shape;285;p36"/>
          <p:cNvSpPr txBox="1"/>
          <p:nvPr>
            <p:ph type="title"/>
          </p:nvPr>
        </p:nvSpPr>
        <p:spPr>
          <a:xfrm>
            <a:off x="585897" y="1447790"/>
            <a:ext cx="11057955" cy="777025"/>
          </a:xfrm>
          <a:prstGeom prst="rect">
            <a:avLst/>
          </a:prstGeom>
          <a:noFill/>
          <a:ln>
            <a:noFill/>
          </a:ln>
        </p:spPr>
        <p:txBody>
          <a:bodyPr anchorCtr="0" anchor="t" bIns="0" lIns="0" spcFirstLastPara="1" rIns="0" wrap="square" tIns="0">
            <a:normAutofit fontScale="90000"/>
          </a:bodyPr>
          <a:lstStyle/>
          <a:p>
            <a:pPr indent="0" lvl="0" marL="0" rtl="0" algn="l">
              <a:lnSpc>
                <a:spcPct val="115000"/>
              </a:lnSpc>
              <a:spcBef>
                <a:spcPts val="2400"/>
              </a:spcBef>
              <a:spcAft>
                <a:spcPts val="0"/>
              </a:spcAft>
              <a:buNone/>
            </a:pPr>
            <a:r>
              <a:rPr lang="ru-RU" sz="2600"/>
              <a:t>Data and Our Replication Setup</a:t>
            </a:r>
            <a:endParaRPr sz="2600"/>
          </a:p>
          <a:p>
            <a:pPr indent="0" lvl="0" marL="0" rtl="0" algn="l">
              <a:lnSpc>
                <a:spcPct val="100000"/>
              </a:lnSpc>
              <a:spcBef>
                <a:spcPts val="1200"/>
              </a:spcBef>
              <a:spcAft>
                <a:spcPts val="0"/>
              </a:spcAft>
              <a:buClr>
                <a:schemeClr val="dk1"/>
              </a:buClr>
              <a:buSzPct val="100000"/>
              <a:buFont typeface="Arial"/>
              <a:buNone/>
            </a:pPr>
            <a:r>
              <a:t/>
            </a:r>
            <a:endParaRPr/>
          </a:p>
        </p:txBody>
      </p:sp>
      <p:sp>
        <p:nvSpPr>
          <p:cNvPr id="286" name="Google Shape;286;p36"/>
          <p:cNvSpPr txBox="1"/>
          <p:nvPr>
            <p:ph idx="4" type="body"/>
          </p:nvPr>
        </p:nvSpPr>
        <p:spPr>
          <a:xfrm>
            <a:off x="1143689" y="540904"/>
            <a:ext cx="2174546" cy="415925"/>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600"/>
              <a:buFont typeface="Arial"/>
              <a:buNone/>
            </a:pPr>
            <a:r>
              <a:rPr lang="ru-RU" sz="1600"/>
              <a:t>Research Seminar</a:t>
            </a:r>
            <a:endParaRPr sz="1400"/>
          </a:p>
          <a:p>
            <a:pPr indent="0" lvl="0" marL="0" rtl="0" algn="l">
              <a:spcBef>
                <a:spcPts val="0"/>
              </a:spcBef>
              <a:spcAft>
                <a:spcPts val="0"/>
              </a:spcAft>
              <a:buClr>
                <a:schemeClr val="dk1"/>
              </a:buClr>
              <a:buSzPts val="1000"/>
              <a:buFont typeface="Arial"/>
              <a:buNone/>
            </a:pPr>
            <a:r>
              <a:t/>
            </a:r>
            <a:endParaRPr sz="1400">
              <a:solidFill>
                <a:srgbClr val="000000"/>
              </a:solidFill>
            </a:endParaRPr>
          </a:p>
          <a:p>
            <a:pPr indent="0" lvl="0" marL="0" marR="0" rtl="0" algn="l">
              <a:lnSpc>
                <a:spcPct val="100000"/>
              </a:lnSpc>
              <a:spcBef>
                <a:spcPts val="0"/>
              </a:spcBef>
              <a:spcAft>
                <a:spcPts val="0"/>
              </a:spcAft>
              <a:buClr>
                <a:schemeClr val="dk1"/>
              </a:buClr>
              <a:buSzPts val="1000"/>
              <a:buFont typeface="Arial"/>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7"/>
          <p:cNvSpPr txBox="1"/>
          <p:nvPr>
            <p:ph idx="2" type="body"/>
          </p:nvPr>
        </p:nvSpPr>
        <p:spPr>
          <a:xfrm>
            <a:off x="585897" y="5183249"/>
            <a:ext cx="3934200" cy="554100"/>
          </a:xfrm>
          <a:prstGeom prst="rect">
            <a:avLst/>
          </a:prstGeom>
          <a:noFill/>
          <a:ln>
            <a:noFill/>
          </a:ln>
        </p:spPr>
        <p:txBody>
          <a:bodyPr anchorCtr="0" anchor="t" bIns="45700" lIns="0" spcFirstLastPara="1" rIns="0" wrap="square" tIns="0">
            <a:normAutofit/>
          </a:bodyPr>
          <a:lstStyle/>
          <a:p>
            <a:pPr indent="0" lvl="0" marL="0" rtl="0" algn="l">
              <a:lnSpc>
                <a:spcPct val="100000"/>
              </a:lnSpc>
              <a:spcBef>
                <a:spcPts val="1000"/>
              </a:spcBef>
              <a:spcAft>
                <a:spcPts val="0"/>
              </a:spcAft>
              <a:buSzPts val="1000"/>
              <a:buNone/>
            </a:pPr>
            <a:r>
              <a:t/>
            </a:r>
            <a:endParaRPr/>
          </a:p>
        </p:txBody>
      </p:sp>
      <p:sp>
        <p:nvSpPr>
          <p:cNvPr id="293" name="Google Shape;293;p37"/>
          <p:cNvSpPr txBox="1"/>
          <p:nvPr>
            <p:ph type="title"/>
          </p:nvPr>
        </p:nvSpPr>
        <p:spPr>
          <a:xfrm>
            <a:off x="585883" y="1447800"/>
            <a:ext cx="11057954" cy="4286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400"/>
              <a:buFont typeface="Arial"/>
              <a:buNone/>
            </a:pPr>
            <a:r>
              <a:rPr b="0" i="0" lang="ru-RU" sz="2400" u="none" cap="none" strike="noStrike">
                <a:solidFill>
                  <a:srgbClr val="0F2C68"/>
                </a:solidFill>
                <a:latin typeface="Arial"/>
                <a:ea typeface="Arial"/>
                <a:cs typeface="Arial"/>
                <a:sym typeface="Arial"/>
              </a:rPr>
              <a:t>The Architectures Tested</a:t>
            </a:r>
            <a:endParaRPr b="0" i="0" sz="2400" u="none" cap="none" strike="noStrike">
              <a:solidFill>
                <a:srgbClr val="0F2C68"/>
              </a:solidFill>
              <a:latin typeface="Arial"/>
              <a:ea typeface="Arial"/>
              <a:cs typeface="Arial"/>
              <a:sym typeface="Arial"/>
            </a:endParaRPr>
          </a:p>
        </p:txBody>
      </p:sp>
      <p:sp>
        <p:nvSpPr>
          <p:cNvPr id="294" name="Google Shape;294;p37"/>
          <p:cNvSpPr txBox="1"/>
          <p:nvPr>
            <p:ph idx="4" type="body"/>
          </p:nvPr>
        </p:nvSpPr>
        <p:spPr>
          <a:xfrm>
            <a:off x="1143689" y="540904"/>
            <a:ext cx="2174400" cy="41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600"/>
              <a:buFont typeface="Arial"/>
              <a:buNone/>
            </a:pPr>
            <a:r>
              <a:rPr lang="ru-RU" sz="1600"/>
              <a:t>Research Seminar</a:t>
            </a:r>
            <a:endParaRPr sz="1400"/>
          </a:p>
          <a:p>
            <a:pPr indent="0" lvl="0" marL="0" rtl="0" algn="l">
              <a:lnSpc>
                <a:spcPct val="100000"/>
              </a:lnSpc>
              <a:spcBef>
                <a:spcPts val="0"/>
              </a:spcBef>
              <a:spcAft>
                <a:spcPts val="0"/>
              </a:spcAft>
              <a:buClr>
                <a:schemeClr val="dk1"/>
              </a:buClr>
              <a:buSzPts val="1000"/>
              <a:buFont typeface="Arial"/>
              <a:buNone/>
            </a:pPr>
            <a:r>
              <a:t/>
            </a:r>
            <a:endParaRPr sz="1400">
              <a:solidFill>
                <a:srgbClr val="000000"/>
              </a:solidFill>
            </a:endParaRPr>
          </a:p>
          <a:p>
            <a:pPr indent="0" lvl="0" marL="0" rtl="0" algn="l">
              <a:lnSpc>
                <a:spcPct val="100000"/>
              </a:lnSpc>
              <a:spcBef>
                <a:spcPts val="0"/>
              </a:spcBef>
              <a:spcAft>
                <a:spcPts val="0"/>
              </a:spcAft>
              <a:buClr>
                <a:schemeClr val="dk1"/>
              </a:buClr>
              <a:buSzPts val="1000"/>
              <a:buFont typeface="Arial"/>
              <a:buNone/>
            </a:pPr>
            <a:r>
              <a:t/>
            </a:r>
            <a:endParaRPr sz="1400">
              <a:solidFill>
                <a:srgbClr val="000000"/>
              </a:solidFill>
            </a:endParaRPr>
          </a:p>
          <a:p>
            <a:pPr indent="0" lvl="0" marL="0" rtl="0" algn="l">
              <a:lnSpc>
                <a:spcPct val="100000"/>
              </a:lnSpc>
              <a:spcBef>
                <a:spcPts val="0"/>
              </a:spcBef>
              <a:spcAft>
                <a:spcPts val="0"/>
              </a:spcAft>
              <a:buSzPts val="1000"/>
              <a:buNone/>
            </a:pPr>
            <a:r>
              <a:t/>
            </a:r>
            <a:endParaRPr/>
          </a:p>
        </p:txBody>
      </p:sp>
      <p:sp>
        <p:nvSpPr>
          <p:cNvPr id="295" name="Google Shape;295;p37"/>
          <p:cNvSpPr/>
          <p:nvPr/>
        </p:nvSpPr>
        <p:spPr>
          <a:xfrm>
            <a:off x="585883" y="1981200"/>
            <a:ext cx="11057954" cy="5143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ru-RU" sz="1600" u="none" cap="none" strike="noStrike">
                <a:solidFill>
                  <a:srgbClr val="0F2C68"/>
                </a:solidFill>
                <a:latin typeface="Arial"/>
                <a:ea typeface="Arial"/>
                <a:cs typeface="Arial"/>
                <a:sym typeface="Arial"/>
              </a:rPr>
              <a:t>Each model maps a 100-event OF or OFI window to ten forecasts.</a:t>
            </a:r>
            <a:endParaRPr/>
          </a:p>
          <a:p>
            <a:pPr indent="0" lvl="0" marL="0" marR="0" rtl="0" algn="l">
              <a:lnSpc>
                <a:spcPct val="100000"/>
              </a:lnSpc>
              <a:spcBef>
                <a:spcPts val="0"/>
              </a:spcBef>
              <a:spcAft>
                <a:spcPts val="0"/>
              </a:spcAft>
              <a:buClr>
                <a:srgbClr val="000000"/>
              </a:buClr>
              <a:buSzPts val="1600"/>
              <a:buFont typeface="Arial"/>
              <a:buNone/>
            </a:pPr>
            <a:r>
              <a:rPr b="0" i="0" lang="ru-RU" sz="1600" u="none" cap="none" strike="noStrike">
                <a:solidFill>
                  <a:srgbClr val="0F2C68"/>
                </a:solidFill>
                <a:latin typeface="Arial"/>
                <a:ea typeface="Arial"/>
                <a:cs typeface="Arial"/>
                <a:sym typeface="Arial"/>
              </a:rPr>
              <a:t>The table describes its architecture and the form of the forecasting function.</a:t>
            </a:r>
            <a:endParaRPr/>
          </a:p>
        </p:txBody>
      </p:sp>
      <p:graphicFrame>
        <p:nvGraphicFramePr>
          <p:cNvPr id="296" name="Google Shape;296;p37"/>
          <p:cNvGraphicFramePr/>
          <p:nvPr/>
        </p:nvGraphicFramePr>
        <p:xfrm>
          <a:off x="585883" y="2609850"/>
          <a:ext cx="3000000" cy="3000000"/>
        </p:xfrm>
        <a:graphic>
          <a:graphicData uri="http://schemas.openxmlformats.org/drawingml/2006/table">
            <a:tbl>
              <a:tblPr>
                <a:noFill/>
                <a:tableStyleId>{08FC7221-2359-4754-8425-334A788E2670}</a:tableStyleId>
              </a:tblPr>
              <a:tblGrid>
                <a:gridCol w="1428750"/>
                <a:gridCol w="4476750"/>
                <a:gridCol w="5152450"/>
              </a:tblGrid>
              <a:tr h="419100">
                <a:tc>
                  <a:txBody>
                    <a:bodyPr/>
                    <a:lstStyle/>
                    <a:p>
                      <a:pPr indent="0" lvl="0" marL="0" marR="0" rtl="0" algn="l">
                        <a:lnSpc>
                          <a:spcPct val="100000"/>
                        </a:lnSpc>
                        <a:spcBef>
                          <a:spcPts val="0"/>
                        </a:spcBef>
                        <a:spcAft>
                          <a:spcPts val="0"/>
                        </a:spcAft>
                        <a:buClr>
                          <a:srgbClr val="000000"/>
                        </a:buClr>
                        <a:buSzPts val="1500"/>
                        <a:buFont typeface="Arial"/>
                        <a:buNone/>
                      </a:pPr>
                      <a:r>
                        <a:rPr b="1" lang="ru-RU" sz="1500" u="none" cap="none" strike="noStrike">
                          <a:solidFill>
                            <a:srgbClr val="0F2C68"/>
                          </a:solidFill>
                        </a:rPr>
                        <a:t>Model</a:t>
                      </a:r>
                      <a:endParaRPr/>
                    </a:p>
                  </a:txBody>
                  <a:tcPr marT="19050" marB="19050" marR="57150" marL="57150" anchor="ctr">
                    <a:lnL cap="flat" cmpd="sng" w="28575">
                      <a:solidFill>
                        <a:srgbClr val="DFE6EF"/>
                      </a:solidFill>
                      <a:prstDash val="solid"/>
                      <a:round/>
                      <a:headEnd len="sm" w="sm" type="none"/>
                      <a:tailEnd len="sm" w="sm" type="none"/>
                    </a:lnL>
                    <a:lnR cap="flat" cmpd="sng" w="28575">
                      <a:solidFill>
                        <a:srgbClr val="DFE6EF"/>
                      </a:solidFill>
                      <a:prstDash val="solid"/>
                      <a:round/>
                      <a:headEnd len="sm" w="sm" type="none"/>
                      <a:tailEnd len="sm" w="sm" type="none"/>
                    </a:lnR>
                    <a:lnT cap="flat" cmpd="sng" w="28575">
                      <a:solidFill>
                        <a:srgbClr val="DFE6EF"/>
                      </a:solidFill>
                      <a:prstDash val="solid"/>
                      <a:round/>
                      <a:headEnd len="sm" w="sm" type="none"/>
                      <a:tailEnd len="sm" w="sm" type="none"/>
                    </a:lnT>
                    <a:lnB cap="flat" cmpd="sng" w="28575">
                      <a:solidFill>
                        <a:srgbClr val="DFE6EF"/>
                      </a:solidFill>
                      <a:prstDash val="solid"/>
                      <a:round/>
                      <a:headEnd len="sm" w="sm" type="none"/>
                      <a:tailEnd len="sm" w="sm" type="none"/>
                    </a:lnB>
                    <a:solidFill>
                      <a:srgbClr val="EEF3F9"/>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ru-RU" sz="1500" u="none" cap="none" strike="noStrike">
                          <a:solidFill>
                            <a:srgbClr val="0F2C68"/>
                          </a:solidFill>
                        </a:rPr>
                        <a:t>Architecture</a:t>
                      </a:r>
                      <a:endParaRPr/>
                    </a:p>
                  </a:txBody>
                  <a:tcPr marT="19050" marB="19050" marR="57150" marL="57150" anchor="ctr">
                    <a:lnL cap="flat" cmpd="sng" w="28575">
                      <a:solidFill>
                        <a:srgbClr val="DFE6EF"/>
                      </a:solidFill>
                      <a:prstDash val="solid"/>
                      <a:round/>
                      <a:headEnd len="sm" w="sm" type="none"/>
                      <a:tailEnd len="sm" w="sm" type="none"/>
                    </a:lnL>
                    <a:lnR cap="flat" cmpd="sng" w="28575">
                      <a:solidFill>
                        <a:srgbClr val="DFE6EF"/>
                      </a:solidFill>
                      <a:prstDash val="solid"/>
                      <a:round/>
                      <a:headEnd len="sm" w="sm" type="none"/>
                      <a:tailEnd len="sm" w="sm" type="none"/>
                    </a:lnR>
                    <a:lnT cap="flat" cmpd="sng" w="28575">
                      <a:solidFill>
                        <a:srgbClr val="DFE6EF"/>
                      </a:solidFill>
                      <a:prstDash val="solid"/>
                      <a:round/>
                      <a:headEnd len="sm" w="sm" type="none"/>
                      <a:tailEnd len="sm" w="sm" type="none"/>
                    </a:lnT>
                    <a:lnB cap="flat" cmpd="sng" w="28575">
                      <a:solidFill>
                        <a:srgbClr val="DFE6EF"/>
                      </a:solidFill>
                      <a:prstDash val="solid"/>
                      <a:round/>
                      <a:headEnd len="sm" w="sm" type="none"/>
                      <a:tailEnd len="sm" w="sm" type="none"/>
                    </a:lnB>
                    <a:solidFill>
                      <a:srgbClr val="EEF3F9"/>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ru-RU" sz="1500" u="none" cap="none" strike="noStrike">
                          <a:solidFill>
                            <a:srgbClr val="0F2C68"/>
                          </a:solidFill>
                        </a:rPr>
                        <a:t>Key feature</a:t>
                      </a:r>
                      <a:endParaRPr/>
                    </a:p>
                  </a:txBody>
                  <a:tcPr marT="19050" marB="19050" marR="57150" marL="57150" anchor="ctr">
                    <a:lnL cap="flat" cmpd="sng" w="28575">
                      <a:solidFill>
                        <a:srgbClr val="DFE6EF"/>
                      </a:solidFill>
                      <a:prstDash val="solid"/>
                      <a:round/>
                      <a:headEnd len="sm" w="sm" type="none"/>
                      <a:tailEnd len="sm" w="sm" type="none"/>
                    </a:lnL>
                    <a:lnR cap="flat" cmpd="sng" w="28575">
                      <a:solidFill>
                        <a:srgbClr val="DFE6EF"/>
                      </a:solidFill>
                      <a:prstDash val="solid"/>
                      <a:round/>
                      <a:headEnd len="sm" w="sm" type="none"/>
                      <a:tailEnd len="sm" w="sm" type="none"/>
                    </a:lnR>
                    <a:lnT cap="flat" cmpd="sng" w="28575">
                      <a:solidFill>
                        <a:srgbClr val="DFE6EF"/>
                      </a:solidFill>
                      <a:prstDash val="solid"/>
                      <a:round/>
                      <a:headEnd len="sm" w="sm" type="none"/>
                      <a:tailEnd len="sm" w="sm" type="none"/>
                    </a:lnT>
                    <a:lnB cap="flat" cmpd="sng" w="28575">
                      <a:solidFill>
                        <a:srgbClr val="DFE6EF"/>
                      </a:solidFill>
                      <a:prstDash val="solid"/>
                      <a:round/>
                      <a:headEnd len="sm" w="sm" type="none"/>
                      <a:tailEnd len="sm" w="sm" type="none"/>
                    </a:lnB>
                    <a:solidFill>
                      <a:srgbClr val="EEF3F9"/>
                    </a:solidFill>
                  </a:tcPr>
                </a:tc>
              </a:tr>
              <a:tr h="609600">
                <a:tc>
                  <a:txBody>
                    <a:bodyPr/>
                    <a:lstStyle/>
                    <a:p>
                      <a:pPr indent="0" lvl="0" marL="0" marR="0" rtl="0" algn="l">
                        <a:lnSpc>
                          <a:spcPct val="100000"/>
                        </a:lnSpc>
                        <a:spcBef>
                          <a:spcPts val="0"/>
                        </a:spcBef>
                        <a:spcAft>
                          <a:spcPts val="0"/>
                        </a:spcAft>
                        <a:buClr>
                          <a:srgbClr val="000000"/>
                        </a:buClr>
                        <a:buSzPts val="1500"/>
                        <a:buFont typeface="Arial"/>
                        <a:buNone/>
                      </a:pPr>
                      <a:r>
                        <a:rPr b="1" lang="ru-RU" sz="1500" u="none" cap="none" strike="noStrike">
                          <a:solidFill>
                            <a:srgbClr val="0F2C68"/>
                          </a:solidFill>
                        </a:rPr>
                        <a:t>ARX</a:t>
                      </a:r>
                      <a:endParaRPr/>
                    </a:p>
                  </a:txBody>
                  <a:tcPr marT="19050" marB="19050" marR="57150" marL="57150" anchor="ctr">
                    <a:lnL cap="flat" cmpd="sng" w="28575">
                      <a:solidFill>
                        <a:srgbClr val="DFE6EF"/>
                      </a:solidFill>
                      <a:prstDash val="solid"/>
                      <a:round/>
                      <a:headEnd len="sm" w="sm" type="none"/>
                      <a:tailEnd len="sm" w="sm" type="none"/>
                    </a:lnL>
                    <a:lnR cap="flat" cmpd="sng" w="28575">
                      <a:solidFill>
                        <a:srgbClr val="DFE6EF"/>
                      </a:solidFill>
                      <a:prstDash val="solid"/>
                      <a:round/>
                      <a:headEnd len="sm" w="sm" type="none"/>
                      <a:tailEnd len="sm" w="sm" type="none"/>
                    </a:lnR>
                    <a:lnT cap="flat" cmpd="sng" w="28575">
                      <a:solidFill>
                        <a:srgbClr val="DFE6EF"/>
                      </a:solidFill>
                      <a:prstDash val="solid"/>
                      <a:round/>
                      <a:headEnd len="sm" w="sm" type="none"/>
                      <a:tailEnd len="sm" w="sm" type="none"/>
                    </a:lnT>
                    <a:lnB cap="flat" cmpd="sng" w="28575">
                      <a:solidFill>
                        <a:srgbClr val="DFE6E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ru-RU" sz="1500" u="none" cap="none" strike="noStrike">
                          <a:solidFill>
                            <a:srgbClr val="0F2C68"/>
                          </a:solidFill>
                        </a:rPr>
                        <a:t>100-event window. Ridge regression with a penalty selected on validation data.</a:t>
                      </a:r>
                      <a:endParaRPr/>
                    </a:p>
                  </a:txBody>
                  <a:tcPr marT="19050" marB="19050" marR="57150" marL="57150" anchor="ctr">
                    <a:lnL cap="flat" cmpd="sng" w="28575">
                      <a:solidFill>
                        <a:srgbClr val="DFE6EF"/>
                      </a:solidFill>
                      <a:prstDash val="solid"/>
                      <a:round/>
                      <a:headEnd len="sm" w="sm" type="none"/>
                      <a:tailEnd len="sm" w="sm" type="none"/>
                    </a:lnL>
                    <a:lnR cap="flat" cmpd="sng" w="28575">
                      <a:solidFill>
                        <a:srgbClr val="DFE6EF"/>
                      </a:solidFill>
                      <a:prstDash val="solid"/>
                      <a:round/>
                      <a:headEnd len="sm" w="sm" type="none"/>
                      <a:tailEnd len="sm" w="sm" type="none"/>
                    </a:lnR>
                    <a:lnT cap="flat" cmpd="sng" w="28575">
                      <a:solidFill>
                        <a:srgbClr val="DFE6EF"/>
                      </a:solidFill>
                      <a:prstDash val="solid"/>
                      <a:round/>
                      <a:headEnd len="sm" w="sm" type="none"/>
                      <a:tailEnd len="sm" w="sm" type="none"/>
                    </a:lnT>
                    <a:lnB cap="flat" cmpd="sng" w="28575">
                      <a:solidFill>
                        <a:srgbClr val="DFE6E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ru-RU" sz="1500" u="none" cap="none" strike="noStrike">
                          <a:solidFill>
                            <a:srgbClr val="0F2C68"/>
                          </a:solidFill>
                        </a:rPr>
                        <a:t>Linear model.</a:t>
                      </a:r>
                      <a:endParaRPr/>
                    </a:p>
                  </a:txBody>
                  <a:tcPr marT="19050" marB="19050" marR="57150" marL="57150" anchor="ctr">
                    <a:lnL cap="flat" cmpd="sng" w="28575">
                      <a:solidFill>
                        <a:srgbClr val="DFE6EF"/>
                      </a:solidFill>
                      <a:prstDash val="solid"/>
                      <a:round/>
                      <a:headEnd len="sm" w="sm" type="none"/>
                      <a:tailEnd len="sm" w="sm" type="none"/>
                    </a:lnL>
                    <a:lnR cap="flat" cmpd="sng" w="28575">
                      <a:solidFill>
                        <a:srgbClr val="DFE6EF"/>
                      </a:solidFill>
                      <a:prstDash val="solid"/>
                      <a:round/>
                      <a:headEnd len="sm" w="sm" type="none"/>
                      <a:tailEnd len="sm" w="sm" type="none"/>
                    </a:lnR>
                    <a:lnT cap="flat" cmpd="sng" w="28575">
                      <a:solidFill>
                        <a:srgbClr val="DFE6EF"/>
                      </a:solidFill>
                      <a:prstDash val="solid"/>
                      <a:round/>
                      <a:headEnd len="sm" w="sm" type="none"/>
                      <a:tailEnd len="sm" w="sm" type="none"/>
                    </a:lnT>
                    <a:lnB cap="flat" cmpd="sng" w="28575">
                      <a:solidFill>
                        <a:srgbClr val="DFE6EF"/>
                      </a:solidFill>
                      <a:prstDash val="solid"/>
                      <a:round/>
                      <a:headEnd len="sm" w="sm" type="none"/>
                      <a:tailEnd len="sm" w="sm" type="none"/>
                    </a:lnB>
                    <a:solidFill>
                      <a:srgbClr val="FFFFFF"/>
                    </a:solidFill>
                  </a:tcPr>
                </a:tc>
              </a:tr>
              <a:tr h="609600">
                <a:tc>
                  <a:txBody>
                    <a:bodyPr/>
                    <a:lstStyle/>
                    <a:p>
                      <a:pPr indent="0" lvl="0" marL="0" marR="0" rtl="0" algn="l">
                        <a:lnSpc>
                          <a:spcPct val="100000"/>
                        </a:lnSpc>
                        <a:spcBef>
                          <a:spcPts val="0"/>
                        </a:spcBef>
                        <a:spcAft>
                          <a:spcPts val="0"/>
                        </a:spcAft>
                        <a:buClr>
                          <a:srgbClr val="000000"/>
                        </a:buClr>
                        <a:buSzPts val="1500"/>
                        <a:buFont typeface="Arial"/>
                        <a:buNone/>
                      </a:pPr>
                      <a:r>
                        <a:rPr b="1" lang="ru-RU" sz="1500" u="none" cap="none" strike="noStrike">
                          <a:solidFill>
                            <a:srgbClr val="0F2C68"/>
                          </a:solidFill>
                        </a:rPr>
                        <a:t>MLP</a:t>
                      </a:r>
                      <a:endParaRPr/>
                    </a:p>
                  </a:txBody>
                  <a:tcPr marT="19050" marB="19050" marR="57150" marL="57150" anchor="ctr">
                    <a:lnL cap="flat" cmpd="sng" w="28575">
                      <a:solidFill>
                        <a:srgbClr val="DFE6EF"/>
                      </a:solidFill>
                      <a:prstDash val="solid"/>
                      <a:round/>
                      <a:headEnd len="sm" w="sm" type="none"/>
                      <a:tailEnd len="sm" w="sm" type="none"/>
                    </a:lnL>
                    <a:lnR cap="flat" cmpd="sng" w="28575">
                      <a:solidFill>
                        <a:srgbClr val="DFE6EF"/>
                      </a:solidFill>
                      <a:prstDash val="solid"/>
                      <a:round/>
                      <a:headEnd len="sm" w="sm" type="none"/>
                      <a:tailEnd len="sm" w="sm" type="none"/>
                    </a:lnR>
                    <a:lnT cap="flat" cmpd="sng" w="28575">
                      <a:solidFill>
                        <a:srgbClr val="DFE6EF"/>
                      </a:solidFill>
                      <a:prstDash val="solid"/>
                      <a:round/>
                      <a:headEnd len="sm" w="sm" type="none"/>
                      <a:tailEnd len="sm" w="sm" type="none"/>
                    </a:lnT>
                    <a:lnB cap="flat" cmpd="sng" w="28575">
                      <a:solidFill>
                        <a:srgbClr val="DFE6E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ru-RU" sz="1500" u="none" cap="none" strike="noStrike">
                          <a:solidFill>
                            <a:srgbClr val="0F2C68"/>
                          </a:solidFill>
                        </a:rPr>
                        <a:t>Dense layers: 512, 512 and 128 units. ReLU activations and a linear output.</a:t>
                      </a:r>
                      <a:endParaRPr/>
                    </a:p>
                  </a:txBody>
                  <a:tcPr marT="19050" marB="19050" marR="57150" marL="57150" anchor="ctr">
                    <a:lnL cap="flat" cmpd="sng" w="28575">
                      <a:solidFill>
                        <a:srgbClr val="DFE6EF"/>
                      </a:solidFill>
                      <a:prstDash val="solid"/>
                      <a:round/>
                      <a:headEnd len="sm" w="sm" type="none"/>
                      <a:tailEnd len="sm" w="sm" type="none"/>
                    </a:lnL>
                    <a:lnR cap="flat" cmpd="sng" w="28575">
                      <a:solidFill>
                        <a:srgbClr val="DFE6EF"/>
                      </a:solidFill>
                      <a:prstDash val="solid"/>
                      <a:round/>
                      <a:headEnd len="sm" w="sm" type="none"/>
                      <a:tailEnd len="sm" w="sm" type="none"/>
                    </a:lnR>
                    <a:lnT cap="flat" cmpd="sng" w="28575">
                      <a:solidFill>
                        <a:srgbClr val="DFE6EF"/>
                      </a:solidFill>
                      <a:prstDash val="solid"/>
                      <a:round/>
                      <a:headEnd len="sm" w="sm" type="none"/>
                      <a:tailEnd len="sm" w="sm" type="none"/>
                    </a:lnT>
                    <a:lnB cap="flat" cmpd="sng" w="28575">
                      <a:solidFill>
                        <a:srgbClr val="DFE6E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ru-RU" sz="1500" u="none" cap="none" strike="noStrike">
                          <a:solidFill>
                            <a:srgbClr val="0F2C68"/>
                          </a:solidFill>
                        </a:rPr>
                        <a:t>Processes all 100 updates at once through nonlinear, fully connected layers.</a:t>
                      </a:r>
                      <a:endParaRPr/>
                    </a:p>
                  </a:txBody>
                  <a:tcPr marT="19050" marB="19050" marR="57150" marL="57150" anchor="ctr">
                    <a:lnL cap="flat" cmpd="sng" w="28575">
                      <a:solidFill>
                        <a:srgbClr val="DFE6EF"/>
                      </a:solidFill>
                      <a:prstDash val="solid"/>
                      <a:round/>
                      <a:headEnd len="sm" w="sm" type="none"/>
                      <a:tailEnd len="sm" w="sm" type="none"/>
                    </a:lnL>
                    <a:lnR cap="flat" cmpd="sng" w="28575">
                      <a:solidFill>
                        <a:srgbClr val="DFE6EF"/>
                      </a:solidFill>
                      <a:prstDash val="solid"/>
                      <a:round/>
                      <a:headEnd len="sm" w="sm" type="none"/>
                      <a:tailEnd len="sm" w="sm" type="none"/>
                    </a:lnR>
                    <a:lnT cap="flat" cmpd="sng" w="28575">
                      <a:solidFill>
                        <a:srgbClr val="DFE6EF"/>
                      </a:solidFill>
                      <a:prstDash val="solid"/>
                      <a:round/>
                      <a:headEnd len="sm" w="sm" type="none"/>
                      <a:tailEnd len="sm" w="sm" type="none"/>
                    </a:lnT>
                    <a:lnB cap="flat" cmpd="sng" w="28575">
                      <a:solidFill>
                        <a:srgbClr val="DFE6EF"/>
                      </a:solidFill>
                      <a:prstDash val="solid"/>
                      <a:round/>
                      <a:headEnd len="sm" w="sm" type="none"/>
                      <a:tailEnd len="sm" w="sm" type="none"/>
                    </a:lnB>
                    <a:solidFill>
                      <a:srgbClr val="FFFFFF"/>
                    </a:solidFill>
                  </a:tcPr>
                </a:tc>
              </a:tr>
              <a:tr h="609600">
                <a:tc>
                  <a:txBody>
                    <a:bodyPr/>
                    <a:lstStyle/>
                    <a:p>
                      <a:pPr indent="0" lvl="0" marL="0" marR="0" rtl="0" algn="l">
                        <a:lnSpc>
                          <a:spcPct val="100000"/>
                        </a:lnSpc>
                        <a:spcBef>
                          <a:spcPts val="0"/>
                        </a:spcBef>
                        <a:spcAft>
                          <a:spcPts val="0"/>
                        </a:spcAft>
                        <a:buClr>
                          <a:srgbClr val="000000"/>
                        </a:buClr>
                        <a:buSzPts val="1500"/>
                        <a:buFont typeface="Arial"/>
                        <a:buNone/>
                      </a:pPr>
                      <a:r>
                        <a:rPr b="1" lang="ru-RU" sz="1500" u="none" cap="none" strike="noStrike">
                          <a:solidFill>
                            <a:srgbClr val="0F2C68"/>
                          </a:solidFill>
                        </a:rPr>
                        <a:t>LSTM</a:t>
                      </a:r>
                      <a:endParaRPr/>
                    </a:p>
                  </a:txBody>
                  <a:tcPr marT="19050" marB="19050" marR="57150" marL="57150" anchor="ctr">
                    <a:lnL cap="flat" cmpd="sng" w="28575">
                      <a:solidFill>
                        <a:srgbClr val="DFE6EF"/>
                      </a:solidFill>
                      <a:prstDash val="solid"/>
                      <a:round/>
                      <a:headEnd len="sm" w="sm" type="none"/>
                      <a:tailEnd len="sm" w="sm" type="none"/>
                    </a:lnL>
                    <a:lnR cap="flat" cmpd="sng" w="28575">
                      <a:solidFill>
                        <a:srgbClr val="DFE6EF"/>
                      </a:solidFill>
                      <a:prstDash val="solid"/>
                      <a:round/>
                      <a:headEnd len="sm" w="sm" type="none"/>
                      <a:tailEnd len="sm" w="sm" type="none"/>
                    </a:lnR>
                    <a:lnT cap="flat" cmpd="sng" w="28575">
                      <a:solidFill>
                        <a:srgbClr val="DFE6EF"/>
                      </a:solidFill>
                      <a:prstDash val="solid"/>
                      <a:round/>
                      <a:headEnd len="sm" w="sm" type="none"/>
                      <a:tailEnd len="sm" w="sm" type="none"/>
                    </a:lnT>
                    <a:lnB cap="flat" cmpd="sng" w="28575">
                      <a:solidFill>
                        <a:srgbClr val="DFE6E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ru-RU" sz="1500" u="none" cap="none" strike="noStrike">
                          <a:solidFill>
                            <a:srgbClr val="0F2C68"/>
                          </a:solidFill>
                        </a:rPr>
                        <a:t>One LSTM layer with 150 units, followed by a linear output layer.</a:t>
                      </a:r>
                      <a:endParaRPr/>
                    </a:p>
                  </a:txBody>
                  <a:tcPr marT="19050" marB="19050" marR="57150" marL="57150" anchor="ctr">
                    <a:lnL cap="flat" cmpd="sng" w="28575">
                      <a:solidFill>
                        <a:srgbClr val="DFE6EF"/>
                      </a:solidFill>
                      <a:prstDash val="solid"/>
                      <a:round/>
                      <a:headEnd len="sm" w="sm" type="none"/>
                      <a:tailEnd len="sm" w="sm" type="none"/>
                    </a:lnL>
                    <a:lnR cap="flat" cmpd="sng" w="28575">
                      <a:solidFill>
                        <a:srgbClr val="DFE6EF"/>
                      </a:solidFill>
                      <a:prstDash val="solid"/>
                      <a:round/>
                      <a:headEnd len="sm" w="sm" type="none"/>
                      <a:tailEnd len="sm" w="sm" type="none"/>
                    </a:lnR>
                    <a:lnT cap="flat" cmpd="sng" w="28575">
                      <a:solidFill>
                        <a:srgbClr val="DFE6EF"/>
                      </a:solidFill>
                      <a:prstDash val="solid"/>
                      <a:round/>
                      <a:headEnd len="sm" w="sm" type="none"/>
                      <a:tailEnd len="sm" w="sm" type="none"/>
                    </a:lnT>
                    <a:lnB cap="flat" cmpd="sng" w="28575">
                      <a:solidFill>
                        <a:srgbClr val="DFE6E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ru-RU" sz="1500" u="none" cap="none" strike="noStrike">
                          <a:solidFill>
                            <a:srgbClr val="0F2C68"/>
                          </a:solidFill>
                        </a:rPr>
                        <a:t>Reads events in order and uses gates to keep or forget information from earlier events.</a:t>
                      </a:r>
                      <a:endParaRPr/>
                    </a:p>
                  </a:txBody>
                  <a:tcPr marT="19050" marB="19050" marR="57150" marL="57150" anchor="ctr">
                    <a:lnL cap="flat" cmpd="sng" w="28575">
                      <a:solidFill>
                        <a:srgbClr val="DFE6EF"/>
                      </a:solidFill>
                      <a:prstDash val="solid"/>
                      <a:round/>
                      <a:headEnd len="sm" w="sm" type="none"/>
                      <a:tailEnd len="sm" w="sm" type="none"/>
                    </a:lnL>
                    <a:lnR cap="flat" cmpd="sng" w="28575">
                      <a:solidFill>
                        <a:srgbClr val="DFE6EF"/>
                      </a:solidFill>
                      <a:prstDash val="solid"/>
                      <a:round/>
                      <a:headEnd len="sm" w="sm" type="none"/>
                      <a:tailEnd len="sm" w="sm" type="none"/>
                    </a:lnR>
                    <a:lnT cap="flat" cmpd="sng" w="28575">
                      <a:solidFill>
                        <a:srgbClr val="DFE6EF"/>
                      </a:solidFill>
                      <a:prstDash val="solid"/>
                      <a:round/>
                      <a:headEnd len="sm" w="sm" type="none"/>
                      <a:tailEnd len="sm" w="sm" type="none"/>
                    </a:lnT>
                    <a:lnB cap="flat" cmpd="sng" w="28575">
                      <a:solidFill>
                        <a:srgbClr val="DFE6EF"/>
                      </a:solidFill>
                      <a:prstDash val="solid"/>
                      <a:round/>
                      <a:headEnd len="sm" w="sm" type="none"/>
                      <a:tailEnd len="sm" w="sm" type="none"/>
                    </a:lnB>
                    <a:solidFill>
                      <a:srgbClr val="FFFFFF"/>
                    </a:solidFill>
                  </a:tcPr>
                </a:tc>
              </a:tr>
              <a:tr h="609600">
                <a:tc>
                  <a:txBody>
                    <a:bodyPr/>
                    <a:lstStyle/>
                    <a:p>
                      <a:pPr indent="0" lvl="0" marL="0" marR="0" rtl="0" algn="l">
                        <a:lnSpc>
                          <a:spcPct val="100000"/>
                        </a:lnSpc>
                        <a:spcBef>
                          <a:spcPts val="0"/>
                        </a:spcBef>
                        <a:spcAft>
                          <a:spcPts val="0"/>
                        </a:spcAft>
                        <a:buClr>
                          <a:srgbClr val="000000"/>
                        </a:buClr>
                        <a:buSzPts val="1500"/>
                        <a:buFont typeface="Arial"/>
                        <a:buNone/>
                      </a:pPr>
                      <a:r>
                        <a:rPr b="1" lang="ru-RU" sz="1500" u="none" cap="none" strike="noStrike">
                          <a:solidFill>
                            <a:srgbClr val="0F2C68"/>
                          </a:solidFill>
                        </a:rPr>
                        <a:t>LSTM (3)</a:t>
                      </a:r>
                      <a:endParaRPr/>
                    </a:p>
                  </a:txBody>
                  <a:tcPr marT="19050" marB="19050" marR="57150" marL="57150" anchor="ctr">
                    <a:lnL cap="flat" cmpd="sng" w="28575">
                      <a:solidFill>
                        <a:srgbClr val="DFE6EF"/>
                      </a:solidFill>
                      <a:prstDash val="solid"/>
                      <a:round/>
                      <a:headEnd len="sm" w="sm" type="none"/>
                      <a:tailEnd len="sm" w="sm" type="none"/>
                    </a:lnL>
                    <a:lnR cap="flat" cmpd="sng" w="28575">
                      <a:solidFill>
                        <a:srgbClr val="DFE6EF"/>
                      </a:solidFill>
                      <a:prstDash val="solid"/>
                      <a:round/>
                      <a:headEnd len="sm" w="sm" type="none"/>
                      <a:tailEnd len="sm" w="sm" type="none"/>
                    </a:lnR>
                    <a:lnT cap="flat" cmpd="sng" w="28575">
                      <a:solidFill>
                        <a:srgbClr val="DFE6EF"/>
                      </a:solidFill>
                      <a:prstDash val="solid"/>
                      <a:round/>
                      <a:headEnd len="sm" w="sm" type="none"/>
                      <a:tailEnd len="sm" w="sm" type="none"/>
                    </a:lnT>
                    <a:lnB cap="flat" cmpd="sng" w="28575">
                      <a:solidFill>
                        <a:srgbClr val="DFE6E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ru-RU" sz="1500" u="none" cap="none" strike="noStrike">
                          <a:solidFill>
                            <a:srgbClr val="0F2C68"/>
                          </a:solidFill>
                        </a:rPr>
                        <a:t>Three stacked LSTM layers with 150 units each, followed by a linear output.</a:t>
                      </a:r>
                      <a:endParaRPr/>
                    </a:p>
                  </a:txBody>
                  <a:tcPr marT="19050" marB="19050" marR="57150" marL="57150" anchor="ctr">
                    <a:lnL cap="flat" cmpd="sng" w="28575">
                      <a:solidFill>
                        <a:srgbClr val="DFE6EF"/>
                      </a:solidFill>
                      <a:prstDash val="solid"/>
                      <a:round/>
                      <a:headEnd len="sm" w="sm" type="none"/>
                      <a:tailEnd len="sm" w="sm" type="none"/>
                    </a:lnL>
                    <a:lnR cap="flat" cmpd="sng" w="28575">
                      <a:solidFill>
                        <a:srgbClr val="DFE6EF"/>
                      </a:solidFill>
                      <a:prstDash val="solid"/>
                      <a:round/>
                      <a:headEnd len="sm" w="sm" type="none"/>
                      <a:tailEnd len="sm" w="sm" type="none"/>
                    </a:lnR>
                    <a:lnT cap="flat" cmpd="sng" w="28575">
                      <a:solidFill>
                        <a:srgbClr val="DFE6EF"/>
                      </a:solidFill>
                      <a:prstDash val="solid"/>
                      <a:round/>
                      <a:headEnd len="sm" w="sm" type="none"/>
                      <a:tailEnd len="sm" w="sm" type="none"/>
                    </a:lnT>
                    <a:lnB cap="flat" cmpd="sng" w="28575">
                      <a:solidFill>
                        <a:srgbClr val="DFE6E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ru-RU" sz="1500" u="none" cap="none" strike="noStrike">
                          <a:solidFill>
                            <a:srgbClr val="0F2C68"/>
                          </a:solidFill>
                        </a:rPr>
                        <a:t>Stacks three LSTM layers, so higher layers process information passed by lower layers.</a:t>
                      </a:r>
                      <a:endParaRPr/>
                    </a:p>
                  </a:txBody>
                  <a:tcPr marT="19050" marB="19050" marR="57150" marL="57150" anchor="ctr">
                    <a:lnL cap="flat" cmpd="sng" w="28575">
                      <a:solidFill>
                        <a:srgbClr val="DFE6EF"/>
                      </a:solidFill>
                      <a:prstDash val="solid"/>
                      <a:round/>
                      <a:headEnd len="sm" w="sm" type="none"/>
                      <a:tailEnd len="sm" w="sm" type="none"/>
                    </a:lnL>
                    <a:lnR cap="flat" cmpd="sng" w="28575">
                      <a:solidFill>
                        <a:srgbClr val="DFE6EF"/>
                      </a:solidFill>
                      <a:prstDash val="solid"/>
                      <a:round/>
                      <a:headEnd len="sm" w="sm" type="none"/>
                      <a:tailEnd len="sm" w="sm" type="none"/>
                    </a:lnR>
                    <a:lnT cap="flat" cmpd="sng" w="28575">
                      <a:solidFill>
                        <a:srgbClr val="DFE6EF"/>
                      </a:solidFill>
                      <a:prstDash val="solid"/>
                      <a:round/>
                      <a:headEnd len="sm" w="sm" type="none"/>
                      <a:tailEnd len="sm" w="sm" type="none"/>
                    </a:lnT>
                    <a:lnB cap="flat" cmpd="sng" w="28575">
                      <a:solidFill>
                        <a:srgbClr val="DFE6EF"/>
                      </a:solidFill>
                      <a:prstDash val="solid"/>
                      <a:round/>
                      <a:headEnd len="sm" w="sm" type="none"/>
                      <a:tailEnd len="sm" w="sm" type="none"/>
                    </a:lnB>
                    <a:solidFill>
                      <a:srgbClr val="FFFFFF"/>
                    </a:solidFill>
                  </a:tcPr>
                </a:tc>
              </a:tr>
              <a:tr h="609600">
                <a:tc>
                  <a:txBody>
                    <a:bodyPr/>
                    <a:lstStyle/>
                    <a:p>
                      <a:pPr indent="0" lvl="0" marL="0" marR="0" rtl="0" algn="l">
                        <a:lnSpc>
                          <a:spcPct val="100000"/>
                        </a:lnSpc>
                        <a:spcBef>
                          <a:spcPts val="0"/>
                        </a:spcBef>
                        <a:spcAft>
                          <a:spcPts val="0"/>
                        </a:spcAft>
                        <a:buClr>
                          <a:srgbClr val="000000"/>
                        </a:buClr>
                        <a:buSzPts val="1500"/>
                        <a:buFont typeface="Arial"/>
                        <a:buNone/>
                      </a:pPr>
                      <a:r>
                        <a:rPr b="1" lang="ru-RU" sz="1500" u="none" cap="none" strike="noStrike">
                          <a:solidFill>
                            <a:srgbClr val="0F2C68"/>
                          </a:solidFill>
                        </a:rPr>
                        <a:t>LSTM–MLP</a:t>
                      </a:r>
                      <a:endParaRPr/>
                    </a:p>
                  </a:txBody>
                  <a:tcPr marT="19050" marB="19050" marR="57150" marL="57150" anchor="ctr">
                    <a:lnL cap="flat" cmpd="sng" w="28575">
                      <a:solidFill>
                        <a:srgbClr val="DFE6EF"/>
                      </a:solidFill>
                      <a:prstDash val="solid"/>
                      <a:round/>
                      <a:headEnd len="sm" w="sm" type="none"/>
                      <a:tailEnd len="sm" w="sm" type="none"/>
                    </a:lnL>
                    <a:lnR cap="flat" cmpd="sng" w="28575">
                      <a:solidFill>
                        <a:srgbClr val="DFE6EF"/>
                      </a:solidFill>
                      <a:prstDash val="solid"/>
                      <a:round/>
                      <a:headEnd len="sm" w="sm" type="none"/>
                      <a:tailEnd len="sm" w="sm" type="none"/>
                    </a:lnR>
                    <a:lnT cap="flat" cmpd="sng" w="28575">
                      <a:solidFill>
                        <a:srgbClr val="DFE6EF"/>
                      </a:solidFill>
                      <a:prstDash val="solid"/>
                      <a:round/>
                      <a:headEnd len="sm" w="sm" type="none"/>
                      <a:tailEnd len="sm" w="sm" type="none"/>
                    </a:lnT>
                    <a:lnB cap="flat" cmpd="sng" w="28575">
                      <a:solidFill>
                        <a:srgbClr val="DFE6E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ru-RU" sz="1500" u="none" cap="none" strike="noStrike">
                          <a:solidFill>
                            <a:srgbClr val="0F2C68"/>
                          </a:solidFill>
                        </a:rPr>
                        <a:t>LSTM with 128 units, a dense layer with 60 ReLU units, and a linear output.</a:t>
                      </a:r>
                      <a:endParaRPr/>
                    </a:p>
                  </a:txBody>
                  <a:tcPr marT="19050" marB="19050" marR="57150" marL="57150" anchor="ctr">
                    <a:lnL cap="flat" cmpd="sng" w="28575">
                      <a:solidFill>
                        <a:srgbClr val="DFE6EF"/>
                      </a:solidFill>
                      <a:prstDash val="solid"/>
                      <a:round/>
                      <a:headEnd len="sm" w="sm" type="none"/>
                      <a:tailEnd len="sm" w="sm" type="none"/>
                    </a:lnL>
                    <a:lnR cap="flat" cmpd="sng" w="28575">
                      <a:solidFill>
                        <a:srgbClr val="DFE6EF"/>
                      </a:solidFill>
                      <a:prstDash val="solid"/>
                      <a:round/>
                      <a:headEnd len="sm" w="sm" type="none"/>
                      <a:tailEnd len="sm" w="sm" type="none"/>
                    </a:lnR>
                    <a:lnT cap="flat" cmpd="sng" w="28575">
                      <a:solidFill>
                        <a:srgbClr val="DFE6EF"/>
                      </a:solidFill>
                      <a:prstDash val="solid"/>
                      <a:round/>
                      <a:headEnd len="sm" w="sm" type="none"/>
                      <a:tailEnd len="sm" w="sm" type="none"/>
                    </a:lnT>
                    <a:lnB cap="flat" cmpd="sng" w="28575">
                      <a:solidFill>
                        <a:srgbClr val="DFE6E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ru-RU" sz="1500" u="none" cap="none" strike="noStrike">
                          <a:solidFill>
                            <a:srgbClr val="0F2C68"/>
                          </a:solidFill>
                        </a:rPr>
                        <a:t>Uses LSTM to summarize the sequence, then an extra nonlinear layer to form forecasts.</a:t>
                      </a:r>
                      <a:endParaRPr/>
                    </a:p>
                  </a:txBody>
                  <a:tcPr marT="19050" marB="19050" marR="57150" marL="57150" anchor="ctr">
                    <a:lnL cap="flat" cmpd="sng" w="28575">
                      <a:solidFill>
                        <a:srgbClr val="DFE6EF"/>
                      </a:solidFill>
                      <a:prstDash val="solid"/>
                      <a:round/>
                      <a:headEnd len="sm" w="sm" type="none"/>
                      <a:tailEnd len="sm" w="sm" type="none"/>
                    </a:lnL>
                    <a:lnR cap="flat" cmpd="sng" w="28575">
                      <a:solidFill>
                        <a:srgbClr val="DFE6EF"/>
                      </a:solidFill>
                      <a:prstDash val="solid"/>
                      <a:round/>
                      <a:headEnd len="sm" w="sm" type="none"/>
                      <a:tailEnd len="sm" w="sm" type="none"/>
                    </a:lnR>
                    <a:lnT cap="flat" cmpd="sng" w="28575">
                      <a:solidFill>
                        <a:srgbClr val="DFE6EF"/>
                      </a:solidFill>
                      <a:prstDash val="solid"/>
                      <a:round/>
                      <a:headEnd len="sm" w="sm" type="none"/>
                      <a:tailEnd len="sm" w="sm" type="none"/>
                    </a:lnT>
                    <a:lnB cap="flat" cmpd="sng" w="28575">
                      <a:solidFill>
                        <a:srgbClr val="DFE6EF"/>
                      </a:solidFill>
                      <a:prstDash val="solid"/>
                      <a:round/>
                      <a:headEnd len="sm" w="sm" type="none"/>
                      <a:tailEnd len="sm" w="sm" type="none"/>
                    </a:lnB>
                    <a:solidFill>
                      <a:srgbClr val="FFFFFF"/>
                    </a:solidFill>
                  </a:tcPr>
                </a:tc>
              </a:tr>
              <a:tr h="609600">
                <a:tc>
                  <a:txBody>
                    <a:bodyPr/>
                    <a:lstStyle/>
                    <a:p>
                      <a:pPr indent="0" lvl="0" marL="0" marR="0" rtl="0" algn="l">
                        <a:lnSpc>
                          <a:spcPct val="100000"/>
                        </a:lnSpc>
                        <a:spcBef>
                          <a:spcPts val="0"/>
                        </a:spcBef>
                        <a:spcAft>
                          <a:spcPts val="0"/>
                        </a:spcAft>
                        <a:buClr>
                          <a:srgbClr val="000000"/>
                        </a:buClr>
                        <a:buSzPts val="1500"/>
                        <a:buFont typeface="Arial"/>
                        <a:buNone/>
                      </a:pPr>
                      <a:r>
                        <a:rPr b="1" lang="ru-RU" sz="1500" u="none" cap="none" strike="noStrike">
                          <a:solidFill>
                            <a:srgbClr val="0F2C68"/>
                          </a:solidFill>
                        </a:rPr>
                        <a:t>CNN–LSTM</a:t>
                      </a:r>
                      <a:endParaRPr/>
                    </a:p>
                  </a:txBody>
                  <a:tcPr marT="19050" marB="19050" marR="57150" marL="57150" anchor="ctr">
                    <a:lnL cap="flat" cmpd="sng" w="28575">
                      <a:solidFill>
                        <a:srgbClr val="DFE6EF"/>
                      </a:solidFill>
                      <a:prstDash val="solid"/>
                      <a:round/>
                      <a:headEnd len="sm" w="sm" type="none"/>
                      <a:tailEnd len="sm" w="sm" type="none"/>
                    </a:lnL>
                    <a:lnR cap="flat" cmpd="sng" w="28575">
                      <a:solidFill>
                        <a:srgbClr val="DFE6EF"/>
                      </a:solidFill>
                      <a:prstDash val="solid"/>
                      <a:round/>
                      <a:headEnd len="sm" w="sm" type="none"/>
                      <a:tailEnd len="sm" w="sm" type="none"/>
                    </a:lnR>
                    <a:lnT cap="flat" cmpd="sng" w="28575">
                      <a:solidFill>
                        <a:srgbClr val="DFE6EF"/>
                      </a:solidFill>
                      <a:prstDash val="solid"/>
                      <a:round/>
                      <a:headEnd len="sm" w="sm" type="none"/>
                      <a:tailEnd len="sm" w="sm" type="none"/>
                    </a:lnT>
                    <a:lnB cap="flat" cmpd="sng" w="28575">
                      <a:solidFill>
                        <a:srgbClr val="DFE6E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ru-RU" sz="1500" u="none" cap="none" strike="noStrike">
                          <a:solidFill>
                            <a:srgbClr val="0F2C68"/>
                          </a:solidFill>
                        </a:rPr>
                        <a:t>Convolution and Inception blocks, an LSTM with 64 units, and a linear output.</a:t>
                      </a:r>
                      <a:endParaRPr/>
                    </a:p>
                  </a:txBody>
                  <a:tcPr marT="19050" marB="19050" marR="57150" marL="57150" anchor="ctr">
                    <a:lnL cap="flat" cmpd="sng" w="28575">
                      <a:solidFill>
                        <a:srgbClr val="DFE6EF"/>
                      </a:solidFill>
                      <a:prstDash val="solid"/>
                      <a:round/>
                      <a:headEnd len="sm" w="sm" type="none"/>
                      <a:tailEnd len="sm" w="sm" type="none"/>
                    </a:lnL>
                    <a:lnR cap="flat" cmpd="sng" w="28575">
                      <a:solidFill>
                        <a:srgbClr val="DFE6EF"/>
                      </a:solidFill>
                      <a:prstDash val="solid"/>
                      <a:round/>
                      <a:headEnd len="sm" w="sm" type="none"/>
                      <a:tailEnd len="sm" w="sm" type="none"/>
                    </a:lnR>
                    <a:lnT cap="flat" cmpd="sng" w="28575">
                      <a:solidFill>
                        <a:srgbClr val="DFE6EF"/>
                      </a:solidFill>
                      <a:prstDash val="solid"/>
                      <a:round/>
                      <a:headEnd len="sm" w="sm" type="none"/>
                      <a:tailEnd len="sm" w="sm" type="none"/>
                    </a:lnT>
                    <a:lnB cap="flat" cmpd="sng" w="28575">
                      <a:solidFill>
                        <a:srgbClr val="DFE6E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ru-RU" sz="1500" u="none" cap="none" strike="noStrike">
                          <a:solidFill>
                            <a:srgbClr val="0F2C68"/>
                          </a:solidFill>
                        </a:rPr>
                        <a:t>CNN combines features across levels and nearby events, then LSTM processes the sequence.</a:t>
                      </a:r>
                      <a:endParaRPr/>
                    </a:p>
                  </a:txBody>
                  <a:tcPr marT="19050" marB="19050" marR="57150" marL="57150" anchor="ctr">
                    <a:lnL cap="flat" cmpd="sng" w="28575">
                      <a:solidFill>
                        <a:srgbClr val="DFE6EF"/>
                      </a:solidFill>
                      <a:prstDash val="solid"/>
                      <a:round/>
                      <a:headEnd len="sm" w="sm" type="none"/>
                      <a:tailEnd len="sm" w="sm" type="none"/>
                    </a:lnL>
                    <a:lnR cap="flat" cmpd="sng" w="28575">
                      <a:solidFill>
                        <a:srgbClr val="DFE6EF"/>
                      </a:solidFill>
                      <a:prstDash val="solid"/>
                      <a:round/>
                      <a:headEnd len="sm" w="sm" type="none"/>
                      <a:tailEnd len="sm" w="sm" type="none"/>
                    </a:lnR>
                    <a:lnT cap="flat" cmpd="sng" w="28575">
                      <a:solidFill>
                        <a:srgbClr val="DFE6EF"/>
                      </a:solidFill>
                      <a:prstDash val="solid"/>
                      <a:round/>
                      <a:headEnd len="sm" w="sm" type="none"/>
                      <a:tailEnd len="sm" w="sm" type="none"/>
                    </a:lnT>
                    <a:lnB cap="flat" cmpd="sng" w="28575">
                      <a:solidFill>
                        <a:srgbClr val="DFE6EF"/>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8"/>
          <p:cNvSpPr txBox="1"/>
          <p:nvPr>
            <p:ph idx="1" type="body"/>
          </p:nvPr>
        </p:nvSpPr>
        <p:spPr>
          <a:xfrm>
            <a:off x="585900" y="2147850"/>
            <a:ext cx="4670400" cy="2562300"/>
          </a:xfrm>
          <a:prstGeom prst="rect">
            <a:avLst/>
          </a:prstGeom>
        </p:spPr>
        <p:txBody>
          <a:bodyPr anchorCtr="0" anchor="t" bIns="45700" lIns="0" spcFirstLastPara="1" rIns="0" wrap="square" tIns="0">
            <a:normAutofit fontScale="85000" lnSpcReduction="20000"/>
          </a:bodyPr>
          <a:lstStyle/>
          <a:p>
            <a:pPr indent="0" lvl="0" marL="0" rtl="0" algn="l">
              <a:lnSpc>
                <a:spcPct val="115000"/>
              </a:lnSpc>
              <a:spcBef>
                <a:spcPts val="1200"/>
              </a:spcBef>
              <a:spcAft>
                <a:spcPts val="0"/>
              </a:spcAft>
              <a:buNone/>
            </a:pPr>
            <a:r>
              <a:rPr lang="ru-RU" sz="1800">
                <a:solidFill>
                  <a:schemeClr val="dk1"/>
                </a:solidFill>
              </a:rPr>
              <a:t>How the Pipeline Works</a:t>
            </a:r>
            <a:endParaRPr sz="1800">
              <a:solidFill>
                <a:schemeClr val="dk1"/>
              </a:solidFill>
            </a:endParaRPr>
          </a:p>
          <a:p>
            <a:pPr indent="-325755" lvl="0" marL="457200" rtl="0" algn="l">
              <a:lnSpc>
                <a:spcPct val="115000"/>
              </a:lnSpc>
              <a:spcBef>
                <a:spcPts val="1200"/>
              </a:spcBef>
              <a:spcAft>
                <a:spcPts val="0"/>
              </a:spcAft>
              <a:buClr>
                <a:schemeClr val="dk1"/>
              </a:buClr>
              <a:buSzPct val="100000"/>
              <a:buFont typeface="Arial"/>
              <a:buChar char="●"/>
            </a:pPr>
            <a:r>
              <a:rPr lang="ru-RU" sz="1800">
                <a:solidFill>
                  <a:schemeClr val="dk1"/>
                </a:solidFill>
              </a:rPr>
              <a:t>Rolling Windows: 4 weeks Train -&gt; 1 week Validate -&gt; 1 week Test. Shifted forward by 3 weeks.</a:t>
            </a:r>
            <a:endParaRPr sz="1800">
              <a:solidFill>
                <a:schemeClr val="dk1"/>
              </a:solidFill>
            </a:endParaRPr>
          </a:p>
          <a:p>
            <a:pPr indent="-325755" lvl="0" marL="457200" rtl="0" algn="l">
              <a:lnSpc>
                <a:spcPct val="115000"/>
              </a:lnSpc>
              <a:spcBef>
                <a:spcPts val="0"/>
              </a:spcBef>
              <a:spcAft>
                <a:spcPts val="0"/>
              </a:spcAft>
              <a:buClr>
                <a:schemeClr val="dk1"/>
              </a:buClr>
              <a:buSzPct val="100000"/>
              <a:buFont typeface="Arial"/>
              <a:buChar char="●"/>
            </a:pPr>
            <a:r>
              <a:rPr lang="ru-RU" sz="1800">
                <a:solidFill>
                  <a:schemeClr val="dk1"/>
                </a:solidFill>
              </a:rPr>
              <a:t>Normalization: Z-score scaling and winsorization (0.5% and 99.5%) based only on training data.</a:t>
            </a:r>
            <a:endParaRPr sz="1800">
              <a:solidFill>
                <a:schemeClr val="dk1"/>
              </a:solidFill>
            </a:endParaRPr>
          </a:p>
          <a:p>
            <a:pPr indent="-325755" lvl="0" marL="457200" rtl="0" algn="l">
              <a:lnSpc>
                <a:spcPct val="115000"/>
              </a:lnSpc>
              <a:spcBef>
                <a:spcPts val="0"/>
              </a:spcBef>
              <a:spcAft>
                <a:spcPts val="0"/>
              </a:spcAft>
              <a:buClr>
                <a:schemeClr val="dk1"/>
              </a:buClr>
              <a:buSzPct val="100000"/>
              <a:buFont typeface="Roboto"/>
              <a:buChar char="●"/>
            </a:pPr>
            <a:r>
              <a:rPr lang="ru-RU" sz="1800">
                <a:solidFill>
                  <a:schemeClr val="dk1"/>
                </a:solidFill>
              </a:rPr>
              <a:t>The CLI: A fully automated Python package (deepofi) to train, evaluate, and compare models.</a:t>
            </a:r>
            <a:endParaRPr sz="1800">
              <a:solidFill>
                <a:schemeClr val="dk1"/>
              </a:solidFill>
            </a:endParaRPr>
          </a:p>
          <a:p>
            <a:pPr indent="0" lvl="0" marL="0" rtl="0" algn="l">
              <a:spcBef>
                <a:spcPts val="1200"/>
              </a:spcBef>
              <a:spcAft>
                <a:spcPts val="0"/>
              </a:spcAft>
              <a:buNone/>
            </a:pPr>
            <a:r>
              <a:t/>
            </a:r>
            <a:endParaRPr/>
          </a:p>
        </p:txBody>
      </p:sp>
      <p:sp>
        <p:nvSpPr>
          <p:cNvPr id="303" name="Google Shape;303;p38"/>
          <p:cNvSpPr txBox="1"/>
          <p:nvPr>
            <p:ph idx="2" type="body"/>
          </p:nvPr>
        </p:nvSpPr>
        <p:spPr>
          <a:xfrm>
            <a:off x="585897" y="5183249"/>
            <a:ext cx="3934200" cy="554100"/>
          </a:xfrm>
          <a:prstGeom prst="rect">
            <a:avLst/>
          </a:prstGeom>
        </p:spPr>
        <p:txBody>
          <a:bodyPr anchorCtr="0" anchor="t" bIns="45700" lIns="0" spcFirstLastPara="1" rIns="0" wrap="square" tIns="0">
            <a:normAutofit/>
          </a:bodyPr>
          <a:lstStyle/>
          <a:p>
            <a:pPr indent="0" lvl="0" marL="0" rtl="0" algn="l">
              <a:spcBef>
                <a:spcPts val="1000"/>
              </a:spcBef>
              <a:spcAft>
                <a:spcPts val="0"/>
              </a:spcAft>
              <a:buNone/>
            </a:pPr>
            <a:r>
              <a:t/>
            </a:r>
            <a:endParaRPr/>
          </a:p>
        </p:txBody>
      </p:sp>
      <p:sp>
        <p:nvSpPr>
          <p:cNvPr id="304" name="Google Shape;304;p38"/>
          <p:cNvSpPr txBox="1"/>
          <p:nvPr>
            <p:ph idx="3" type="body"/>
          </p:nvPr>
        </p:nvSpPr>
        <p:spPr>
          <a:xfrm>
            <a:off x="6259892" y="2379663"/>
            <a:ext cx="5384100" cy="3451800"/>
          </a:xfrm>
          <a:prstGeom prst="rect">
            <a:avLst/>
          </a:prstGeom>
        </p:spPr>
        <p:txBody>
          <a:bodyPr anchorCtr="0" anchor="t" bIns="0" lIns="0" spcFirstLastPara="1" rIns="0" wrap="square" tIns="0">
            <a:normAutofit/>
          </a:bodyPr>
          <a:lstStyle/>
          <a:p>
            <a:pPr indent="0" lvl="0" marL="0" rtl="0" algn="l">
              <a:spcBef>
                <a:spcPts val="1000"/>
              </a:spcBef>
              <a:spcAft>
                <a:spcPts val="0"/>
              </a:spcAft>
              <a:buNone/>
            </a:pPr>
            <a:r>
              <a:t/>
            </a:r>
            <a:endParaRPr/>
          </a:p>
        </p:txBody>
      </p:sp>
      <p:sp>
        <p:nvSpPr>
          <p:cNvPr id="305" name="Google Shape;305;p38"/>
          <p:cNvSpPr txBox="1"/>
          <p:nvPr>
            <p:ph type="title"/>
          </p:nvPr>
        </p:nvSpPr>
        <p:spPr>
          <a:xfrm>
            <a:off x="585897" y="1447790"/>
            <a:ext cx="11058000" cy="7770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ru-RU" sz="1800"/>
              <a:t>Model Training</a:t>
            </a:r>
            <a:endParaRPr/>
          </a:p>
        </p:txBody>
      </p:sp>
      <p:sp>
        <p:nvSpPr>
          <p:cNvPr id="306" name="Google Shape;306;p38"/>
          <p:cNvSpPr txBox="1"/>
          <p:nvPr>
            <p:ph idx="4" type="body"/>
          </p:nvPr>
        </p:nvSpPr>
        <p:spPr>
          <a:xfrm>
            <a:off x="1143689" y="540904"/>
            <a:ext cx="2174400" cy="41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ru-RU" sz="1600"/>
              <a:t>Research Seminar</a:t>
            </a:r>
            <a:endParaRPr/>
          </a:p>
        </p:txBody>
      </p:sp>
      <p:pic>
        <p:nvPicPr>
          <p:cNvPr id="307" name="Google Shape;307;p38" title="Снимок экрана 2026-10-17 в 11.36.32.png"/>
          <p:cNvPicPr preferRelativeResize="0"/>
          <p:nvPr/>
        </p:nvPicPr>
        <p:blipFill rotWithShape="1">
          <a:blip r:embed="rId3">
            <a:alphaModFix/>
          </a:blip>
          <a:srcRect b="0" l="0" r="1420" t="5267"/>
          <a:stretch/>
        </p:blipFill>
        <p:spPr>
          <a:xfrm>
            <a:off x="5500950" y="1542850"/>
            <a:ext cx="6482076" cy="3640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9"/>
          <p:cNvSpPr txBox="1"/>
          <p:nvPr>
            <p:ph idx="1" type="body"/>
          </p:nvPr>
        </p:nvSpPr>
        <p:spPr>
          <a:xfrm>
            <a:off x="595675" y="2143780"/>
            <a:ext cx="5384100" cy="3488100"/>
          </a:xfrm>
          <a:prstGeom prst="rect">
            <a:avLst/>
          </a:prstGeom>
        </p:spPr>
        <p:txBody>
          <a:bodyPr anchorCtr="0" anchor="t" bIns="45700" lIns="0" spcFirstLastPara="1" rIns="0" wrap="square" tIns="0">
            <a:normAutofit/>
          </a:bodyPr>
          <a:lstStyle/>
          <a:p>
            <a:pPr indent="-332899" lvl="0" marL="457200" rtl="0" algn="l">
              <a:lnSpc>
                <a:spcPct val="95000"/>
              </a:lnSpc>
              <a:spcBef>
                <a:spcPts val="1200"/>
              </a:spcBef>
              <a:spcAft>
                <a:spcPts val="0"/>
              </a:spcAft>
              <a:buClr>
                <a:schemeClr val="dk1"/>
              </a:buClr>
              <a:buSzPts val="1643"/>
              <a:buFont typeface="Roboto"/>
              <a:buChar char="●"/>
            </a:pPr>
            <a:r>
              <a:rPr lang="ru-RU" sz="1643">
                <a:solidFill>
                  <a:schemeClr val="dk1"/>
                </a:solidFill>
              </a:rPr>
              <a:t>Models trained on Order Flow (OF) drastically beat models trained on raw LOB.</a:t>
            </a:r>
            <a:endParaRPr sz="1643">
              <a:solidFill>
                <a:schemeClr val="dk1"/>
              </a:solidFill>
            </a:endParaRPr>
          </a:p>
          <a:p>
            <a:pPr indent="-332899" lvl="0" marL="457200" rtl="0" algn="l">
              <a:lnSpc>
                <a:spcPct val="95000"/>
              </a:lnSpc>
              <a:spcBef>
                <a:spcPts val="0"/>
              </a:spcBef>
              <a:spcAft>
                <a:spcPts val="0"/>
              </a:spcAft>
              <a:buClr>
                <a:schemeClr val="dk1"/>
              </a:buClr>
              <a:buSzPts val="1643"/>
              <a:buFont typeface="Arial"/>
              <a:buChar char="●"/>
            </a:pPr>
            <a:r>
              <a:rPr lang="ru-RU" sz="1643">
                <a:solidFill>
                  <a:schemeClr val="dk1"/>
                </a:solidFill>
              </a:rPr>
              <a:t>LSTMs and CNN-LSTMs are the undisputed champions.</a:t>
            </a:r>
            <a:endParaRPr sz="1643">
              <a:solidFill>
                <a:schemeClr val="dk1"/>
              </a:solidFill>
            </a:endParaRPr>
          </a:p>
          <a:p>
            <a:pPr indent="-332899" lvl="0" marL="457200" rtl="0" algn="l">
              <a:lnSpc>
                <a:spcPct val="100000"/>
              </a:lnSpc>
              <a:spcBef>
                <a:spcPts val="0"/>
              </a:spcBef>
              <a:spcAft>
                <a:spcPts val="0"/>
              </a:spcAft>
              <a:buClr>
                <a:schemeClr val="dk1"/>
              </a:buClr>
              <a:buSzPts val="1643"/>
              <a:buFont typeface="Arial"/>
              <a:buChar char="●"/>
            </a:pPr>
            <a:r>
              <a:rPr lang="ru-RU" sz="1643">
                <a:solidFill>
                  <a:schemeClr val="dk1"/>
                </a:solidFill>
              </a:rPr>
              <a:t>The Decay: Predictive power (R^2(os)) peaks around 1.0 to 2.0 average price changes.</a:t>
            </a:r>
            <a:endParaRPr sz="1643">
              <a:solidFill>
                <a:schemeClr val="dk1"/>
              </a:solidFill>
            </a:endParaRPr>
          </a:p>
          <a:p>
            <a:pPr indent="-332899" lvl="0" marL="457200" rtl="0" algn="l">
              <a:lnSpc>
                <a:spcPct val="100000"/>
              </a:lnSpc>
              <a:spcBef>
                <a:spcPts val="0"/>
              </a:spcBef>
              <a:spcAft>
                <a:spcPts val="0"/>
              </a:spcAft>
              <a:buClr>
                <a:schemeClr val="dk1"/>
              </a:buClr>
              <a:buSzPts val="1643"/>
              <a:buFont typeface="Arial"/>
              <a:buChar char="●"/>
            </a:pPr>
            <a:r>
              <a:rPr lang="ru-RU" sz="1643">
                <a:solidFill>
                  <a:schemeClr val="dk1"/>
                </a:solidFill>
              </a:rPr>
              <a:t>The Scale: On Nasdaq, the best models achieved an average </a:t>
            </a:r>
            <a:r>
              <a:rPr lang="ru-RU" sz="1643">
                <a:solidFill>
                  <a:schemeClr val="dk1"/>
                </a:solidFill>
              </a:rPr>
              <a:t>(R^2(os)) </a:t>
            </a:r>
            <a:r>
              <a:rPr lang="ru-RU" sz="1643">
                <a:solidFill>
                  <a:schemeClr val="dk1"/>
                </a:solidFill>
              </a:rPr>
              <a:t>of up to 1.2%.</a:t>
            </a:r>
            <a:endParaRPr sz="1643">
              <a:solidFill>
                <a:schemeClr val="dk1"/>
              </a:solidFill>
            </a:endParaRPr>
          </a:p>
          <a:p>
            <a:pPr indent="0" lvl="0" marL="0" rtl="0" algn="l">
              <a:lnSpc>
                <a:spcPct val="80000"/>
              </a:lnSpc>
              <a:spcBef>
                <a:spcPts val="1200"/>
              </a:spcBef>
              <a:spcAft>
                <a:spcPts val="0"/>
              </a:spcAft>
              <a:buSzPts val="1018"/>
              <a:buNone/>
            </a:pPr>
            <a:r>
              <a:t/>
            </a:r>
            <a:endParaRPr sz="1643">
              <a:solidFill>
                <a:schemeClr val="dk1"/>
              </a:solidFill>
            </a:endParaRPr>
          </a:p>
        </p:txBody>
      </p:sp>
      <p:sp>
        <p:nvSpPr>
          <p:cNvPr id="314" name="Google Shape;314;p39"/>
          <p:cNvSpPr txBox="1"/>
          <p:nvPr>
            <p:ph idx="2" type="body"/>
          </p:nvPr>
        </p:nvSpPr>
        <p:spPr>
          <a:xfrm>
            <a:off x="585897" y="5183249"/>
            <a:ext cx="3934200" cy="554100"/>
          </a:xfrm>
          <a:prstGeom prst="rect">
            <a:avLst/>
          </a:prstGeom>
        </p:spPr>
        <p:txBody>
          <a:bodyPr anchorCtr="0" anchor="t" bIns="45700" lIns="0" spcFirstLastPara="1" rIns="0" wrap="square" tIns="0">
            <a:normAutofit/>
          </a:bodyPr>
          <a:lstStyle/>
          <a:p>
            <a:pPr indent="0" lvl="0" marL="0" rtl="0" algn="l">
              <a:spcBef>
                <a:spcPts val="1000"/>
              </a:spcBef>
              <a:spcAft>
                <a:spcPts val="0"/>
              </a:spcAft>
              <a:buNone/>
            </a:pPr>
            <a:r>
              <a:t/>
            </a:r>
            <a:endParaRPr/>
          </a:p>
        </p:txBody>
      </p:sp>
      <p:sp>
        <p:nvSpPr>
          <p:cNvPr id="315" name="Google Shape;315;p39"/>
          <p:cNvSpPr txBox="1"/>
          <p:nvPr>
            <p:ph idx="3" type="body"/>
          </p:nvPr>
        </p:nvSpPr>
        <p:spPr>
          <a:xfrm>
            <a:off x="6259892" y="2379663"/>
            <a:ext cx="5384100" cy="3451800"/>
          </a:xfrm>
          <a:prstGeom prst="rect">
            <a:avLst/>
          </a:prstGeom>
        </p:spPr>
        <p:txBody>
          <a:bodyPr anchorCtr="0" anchor="t" bIns="0" lIns="0" spcFirstLastPara="1" rIns="0" wrap="square" tIns="0">
            <a:normAutofit/>
          </a:bodyPr>
          <a:lstStyle/>
          <a:p>
            <a:pPr indent="0" lvl="0" marL="0" rtl="0" algn="l">
              <a:spcBef>
                <a:spcPts val="1000"/>
              </a:spcBef>
              <a:spcAft>
                <a:spcPts val="0"/>
              </a:spcAft>
              <a:buNone/>
            </a:pPr>
            <a:r>
              <a:t/>
            </a:r>
            <a:endParaRPr/>
          </a:p>
        </p:txBody>
      </p:sp>
      <p:sp>
        <p:nvSpPr>
          <p:cNvPr id="316" name="Google Shape;316;p39"/>
          <p:cNvSpPr txBox="1"/>
          <p:nvPr>
            <p:ph type="title"/>
          </p:nvPr>
        </p:nvSpPr>
        <p:spPr>
          <a:xfrm>
            <a:off x="585897" y="1447790"/>
            <a:ext cx="11058000" cy="7770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ru-RU"/>
              <a:t>What Did the Original Authors Find?</a:t>
            </a:r>
            <a:endParaRPr/>
          </a:p>
        </p:txBody>
      </p:sp>
      <p:sp>
        <p:nvSpPr>
          <p:cNvPr id="317" name="Google Shape;317;p39"/>
          <p:cNvSpPr txBox="1"/>
          <p:nvPr>
            <p:ph idx="4" type="body"/>
          </p:nvPr>
        </p:nvSpPr>
        <p:spPr>
          <a:xfrm>
            <a:off x="1143689" y="540904"/>
            <a:ext cx="2174400" cy="41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ru-RU" sz="1600"/>
              <a:t>Research Seminar</a:t>
            </a:r>
            <a:endParaRPr sz="1400"/>
          </a:p>
          <a:p>
            <a:pPr indent="0" lvl="0" marL="0" rtl="0" algn="l">
              <a:spcBef>
                <a:spcPts val="0"/>
              </a:spcBef>
              <a:spcAft>
                <a:spcPts val="0"/>
              </a:spcAft>
              <a:buNone/>
            </a:pPr>
            <a:r>
              <a:t/>
            </a:r>
            <a:endParaRPr/>
          </a:p>
        </p:txBody>
      </p:sp>
      <p:pic>
        <p:nvPicPr>
          <p:cNvPr id="318" name="Google Shape;318;p39" title="Снимок экрана 2026-10-17 в 11.46.00.png"/>
          <p:cNvPicPr preferRelativeResize="0"/>
          <p:nvPr/>
        </p:nvPicPr>
        <p:blipFill>
          <a:blip r:embed="rId3">
            <a:alphaModFix/>
          </a:blip>
          <a:stretch>
            <a:fillRect/>
          </a:stretch>
        </p:blipFill>
        <p:spPr>
          <a:xfrm>
            <a:off x="6054174" y="1449400"/>
            <a:ext cx="5911651" cy="46165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0"/>
          <p:cNvSpPr txBox="1"/>
          <p:nvPr>
            <p:ph idx="2" type="body"/>
          </p:nvPr>
        </p:nvSpPr>
        <p:spPr>
          <a:xfrm>
            <a:off x="585897" y="5183249"/>
            <a:ext cx="3934200" cy="554100"/>
          </a:xfrm>
          <a:prstGeom prst="rect">
            <a:avLst/>
          </a:prstGeom>
        </p:spPr>
        <p:txBody>
          <a:bodyPr anchorCtr="0" anchor="t" bIns="45700" lIns="0" spcFirstLastPara="1" rIns="0" wrap="square" tIns="0">
            <a:normAutofit/>
          </a:bodyPr>
          <a:lstStyle/>
          <a:p>
            <a:pPr indent="0" lvl="0" marL="0" rtl="0" algn="l">
              <a:spcBef>
                <a:spcPts val="1000"/>
              </a:spcBef>
              <a:spcAft>
                <a:spcPts val="0"/>
              </a:spcAft>
              <a:buNone/>
            </a:pPr>
            <a:r>
              <a:t/>
            </a:r>
            <a:endParaRPr/>
          </a:p>
        </p:txBody>
      </p:sp>
      <p:sp>
        <p:nvSpPr>
          <p:cNvPr id="325" name="Google Shape;325;p40"/>
          <p:cNvSpPr txBox="1"/>
          <p:nvPr>
            <p:ph idx="3" type="body"/>
          </p:nvPr>
        </p:nvSpPr>
        <p:spPr>
          <a:xfrm>
            <a:off x="7021074" y="3367850"/>
            <a:ext cx="4983900" cy="3451800"/>
          </a:xfrm>
          <a:prstGeom prst="rect">
            <a:avLst/>
          </a:prstGeom>
        </p:spPr>
        <p:txBody>
          <a:bodyPr anchorCtr="0" anchor="t" bIns="0" lIns="0" spcFirstLastPara="1" rIns="0" wrap="square" tIns="0">
            <a:noAutofit/>
          </a:bodyPr>
          <a:lstStyle/>
          <a:p>
            <a:pPr indent="-311150" lvl="0" marL="457200" rtl="0" algn="l">
              <a:lnSpc>
                <a:spcPct val="105000"/>
              </a:lnSpc>
              <a:spcBef>
                <a:spcPts val="1200"/>
              </a:spcBef>
              <a:spcAft>
                <a:spcPts val="0"/>
              </a:spcAft>
              <a:buClr>
                <a:schemeClr val="dk1"/>
              </a:buClr>
              <a:buSzPts val="1300"/>
              <a:buAutoNum type="arabicPeriod"/>
            </a:pPr>
            <a:r>
              <a:rPr lang="ru-RU" sz="1300">
                <a:solidFill>
                  <a:schemeClr val="dk1"/>
                </a:solidFill>
              </a:rPr>
              <a:t>Model Hierarchy: LSTMs Win</a:t>
            </a:r>
            <a:endParaRPr sz="1300">
              <a:solidFill>
                <a:schemeClr val="dk1"/>
              </a:solidFill>
            </a:endParaRPr>
          </a:p>
          <a:p>
            <a:pPr indent="-311150" lvl="1" marL="914400" rtl="0" algn="l">
              <a:lnSpc>
                <a:spcPct val="105000"/>
              </a:lnSpc>
              <a:spcBef>
                <a:spcPts val="0"/>
              </a:spcBef>
              <a:spcAft>
                <a:spcPts val="0"/>
              </a:spcAft>
              <a:buClr>
                <a:schemeClr val="dk1"/>
              </a:buClr>
              <a:buSzPts val="1300"/>
              <a:buFont typeface="Arial"/>
              <a:buAutoNum type="alphaLcPeriod"/>
            </a:pPr>
            <a:r>
              <a:rPr lang="ru-RU" sz="1300">
                <a:latin typeface="Arial"/>
                <a:ea typeface="Arial"/>
                <a:cs typeface="Arial"/>
                <a:sym typeface="Arial"/>
              </a:rPr>
              <a:t>Top 3 match the paper: CNN-LSTM (0.35%), LSTM-MLP (0.33%), LSTM (0.30%).</a:t>
            </a:r>
            <a:endParaRPr sz="1300">
              <a:latin typeface="Arial"/>
              <a:ea typeface="Arial"/>
              <a:cs typeface="Arial"/>
              <a:sym typeface="Arial"/>
            </a:endParaRPr>
          </a:p>
          <a:p>
            <a:pPr indent="-311150" lvl="1" marL="914400" rtl="0" algn="l">
              <a:lnSpc>
                <a:spcPct val="105000"/>
              </a:lnSpc>
              <a:spcBef>
                <a:spcPts val="0"/>
              </a:spcBef>
              <a:spcAft>
                <a:spcPts val="0"/>
              </a:spcAft>
              <a:buClr>
                <a:schemeClr val="dk1"/>
              </a:buClr>
              <a:buSzPts val="1300"/>
              <a:buFont typeface="Arial"/>
              <a:buAutoNum type="alphaLcPeriod"/>
            </a:pPr>
            <a:r>
              <a:rPr lang="ru-RU" sz="1300">
                <a:latin typeface="Arial"/>
                <a:ea typeface="Arial"/>
                <a:cs typeface="Arial"/>
                <a:sym typeface="Arial"/>
              </a:rPr>
              <a:t>LSTMs significantly outperform simpler models: MLP (0.17%) and ARX (0.27%).</a:t>
            </a:r>
            <a:endParaRPr sz="1300">
              <a:latin typeface="Arial"/>
              <a:ea typeface="Arial"/>
              <a:cs typeface="Arial"/>
              <a:sym typeface="Arial"/>
            </a:endParaRPr>
          </a:p>
          <a:p>
            <a:pPr indent="-311150" lvl="0" marL="457200" rtl="0" algn="l">
              <a:lnSpc>
                <a:spcPct val="105000"/>
              </a:lnSpc>
              <a:spcBef>
                <a:spcPts val="0"/>
              </a:spcBef>
              <a:spcAft>
                <a:spcPts val="0"/>
              </a:spcAft>
              <a:buClr>
                <a:schemeClr val="dk1"/>
              </a:buClr>
              <a:buSzPts val="1300"/>
              <a:buFont typeface="Arial"/>
              <a:buAutoNum type="arabicPeriod"/>
            </a:pPr>
            <a:r>
              <a:rPr lang="ru-RU" sz="1300">
                <a:solidFill>
                  <a:schemeClr val="dk1"/>
                </a:solidFill>
              </a:rPr>
              <a:t> Input Features: OF beats LOB</a:t>
            </a:r>
            <a:endParaRPr sz="1300">
              <a:solidFill>
                <a:schemeClr val="dk1"/>
              </a:solidFill>
            </a:endParaRPr>
          </a:p>
          <a:p>
            <a:pPr indent="-311150" lvl="1" marL="914400" rtl="0" algn="l">
              <a:lnSpc>
                <a:spcPct val="105000"/>
              </a:lnSpc>
              <a:spcBef>
                <a:spcPts val="0"/>
              </a:spcBef>
              <a:spcAft>
                <a:spcPts val="0"/>
              </a:spcAft>
              <a:buClr>
                <a:schemeClr val="dk1"/>
              </a:buClr>
              <a:buSzPts val="1300"/>
              <a:buFont typeface="Arial"/>
              <a:buAutoNum type="alphaLcPeriod"/>
            </a:pPr>
            <a:r>
              <a:rPr lang="ru-RU" sz="1300">
                <a:latin typeface="Arial"/>
                <a:ea typeface="Arial"/>
                <a:cs typeface="Arial"/>
                <a:sym typeface="Arial"/>
              </a:rPr>
              <a:t>Raw LOB is a disaster for neural nets: MLP drops to −2.38% on LOB vs. +0.17% on OF.</a:t>
            </a:r>
            <a:endParaRPr sz="1300">
              <a:latin typeface="Arial"/>
              <a:ea typeface="Arial"/>
              <a:cs typeface="Arial"/>
              <a:sym typeface="Arial"/>
            </a:endParaRPr>
          </a:p>
          <a:p>
            <a:pPr indent="-311150" lvl="1" marL="914400" rtl="0" algn="l">
              <a:lnSpc>
                <a:spcPct val="105000"/>
              </a:lnSpc>
              <a:spcBef>
                <a:spcPts val="0"/>
              </a:spcBef>
              <a:spcAft>
                <a:spcPts val="0"/>
              </a:spcAft>
              <a:buClr>
                <a:schemeClr val="dk1"/>
              </a:buClr>
              <a:buSzPts val="1300"/>
              <a:buFont typeface="Arial"/>
              <a:buAutoNum type="alphaLcPeriod"/>
            </a:pPr>
            <a:r>
              <a:rPr lang="ru-RU" sz="1300">
                <a:latin typeface="Arial"/>
                <a:ea typeface="Arial"/>
                <a:cs typeface="Arial"/>
                <a:sym typeface="Arial"/>
              </a:rPr>
              <a:t>OF is better for 5 of 6 stocks (the exception is small-tick UBER).</a:t>
            </a:r>
            <a:endParaRPr sz="1300">
              <a:latin typeface="Arial"/>
              <a:ea typeface="Arial"/>
              <a:cs typeface="Arial"/>
              <a:sym typeface="Arial"/>
            </a:endParaRPr>
          </a:p>
          <a:p>
            <a:pPr indent="-311150" lvl="0" marL="457200" rtl="0" algn="l">
              <a:lnSpc>
                <a:spcPct val="105000"/>
              </a:lnSpc>
              <a:spcBef>
                <a:spcPts val="0"/>
              </a:spcBef>
              <a:spcAft>
                <a:spcPts val="0"/>
              </a:spcAft>
              <a:buClr>
                <a:schemeClr val="dk1"/>
              </a:buClr>
              <a:buSzPts val="1300"/>
              <a:buFont typeface="Arial"/>
              <a:buAutoNum type="arabicPeriod"/>
            </a:pPr>
            <a:r>
              <a:rPr lang="ru-RU" sz="1300">
                <a:solidFill>
                  <a:schemeClr val="dk1"/>
                </a:solidFill>
              </a:rPr>
              <a:t>Horizon Decay: Alpha is Short-Lived</a:t>
            </a:r>
            <a:endParaRPr sz="1300">
              <a:solidFill>
                <a:schemeClr val="dk1"/>
              </a:solidFill>
            </a:endParaRPr>
          </a:p>
          <a:p>
            <a:pPr indent="-311150" lvl="0" marL="457200" rtl="0" algn="l">
              <a:lnSpc>
                <a:spcPct val="105000"/>
              </a:lnSpc>
              <a:spcBef>
                <a:spcPts val="0"/>
              </a:spcBef>
              <a:spcAft>
                <a:spcPts val="0"/>
              </a:spcAft>
              <a:buClr>
                <a:schemeClr val="dk1"/>
              </a:buClr>
              <a:buSzPts val="1300"/>
              <a:buFont typeface="Arial"/>
              <a:buAutoNum type="arabicPeriod"/>
            </a:pPr>
            <a:r>
              <a:rPr lang="ru-RU" sz="1300">
                <a:solidFill>
                  <a:schemeClr val="dk1"/>
                </a:solidFill>
              </a:rPr>
              <a:t>Stock Characteristics: Tick Size Matters</a:t>
            </a:r>
            <a:endParaRPr sz="1300">
              <a:solidFill>
                <a:schemeClr val="dk1"/>
              </a:solidFill>
            </a:endParaRPr>
          </a:p>
          <a:p>
            <a:pPr indent="-311150" lvl="1" marL="914400" rtl="0" algn="l">
              <a:lnSpc>
                <a:spcPct val="105000"/>
              </a:lnSpc>
              <a:spcBef>
                <a:spcPts val="0"/>
              </a:spcBef>
              <a:spcAft>
                <a:spcPts val="0"/>
              </a:spcAft>
              <a:buClr>
                <a:schemeClr val="dk1"/>
              </a:buClr>
              <a:buSzPts val="1300"/>
              <a:buFont typeface="Arial"/>
              <a:buAutoNum type="alphaLcPeriod"/>
            </a:pPr>
            <a:r>
              <a:rPr lang="ru-RU" sz="1300">
                <a:latin typeface="Arial"/>
                <a:ea typeface="Arial"/>
                <a:cs typeface="Arial"/>
                <a:sym typeface="Arial"/>
              </a:rPr>
              <a:t>Rank correlation with tick size is +0.94. Large-tick stocks (BAC, NKE) reach 0.6% – 0.8%.</a:t>
            </a:r>
            <a:endParaRPr sz="1300">
              <a:latin typeface="Arial"/>
              <a:ea typeface="Arial"/>
              <a:cs typeface="Arial"/>
              <a:sym typeface="Arial"/>
            </a:endParaRPr>
          </a:p>
          <a:p>
            <a:pPr indent="-311150" lvl="1" marL="914400" rtl="0" algn="l">
              <a:lnSpc>
                <a:spcPct val="105000"/>
              </a:lnSpc>
              <a:spcBef>
                <a:spcPts val="0"/>
              </a:spcBef>
              <a:spcAft>
                <a:spcPts val="0"/>
              </a:spcAft>
              <a:buClr>
                <a:schemeClr val="dk1"/>
              </a:buClr>
              <a:buSzPts val="1300"/>
              <a:buFont typeface="Arial"/>
              <a:buAutoNum type="alphaLcPeriod"/>
            </a:pPr>
            <a:r>
              <a:rPr lang="ru-RU" sz="1300">
                <a:latin typeface="Arial"/>
                <a:ea typeface="Arial"/>
                <a:cs typeface="Arial"/>
                <a:sym typeface="Arial"/>
              </a:rPr>
              <a:t>Small-tick (UBER) remains noisy and near zero.</a:t>
            </a:r>
            <a:endParaRPr sz="1300">
              <a:latin typeface="Arial"/>
              <a:ea typeface="Arial"/>
              <a:cs typeface="Arial"/>
              <a:sym typeface="Arial"/>
            </a:endParaRPr>
          </a:p>
          <a:p>
            <a:pPr indent="0" lvl="0" marL="0" rtl="0" algn="l">
              <a:lnSpc>
                <a:spcPct val="80000"/>
              </a:lnSpc>
              <a:spcBef>
                <a:spcPts val="1200"/>
              </a:spcBef>
              <a:spcAft>
                <a:spcPts val="0"/>
              </a:spcAft>
              <a:buNone/>
            </a:pPr>
            <a:r>
              <a:t/>
            </a:r>
            <a:endParaRPr/>
          </a:p>
        </p:txBody>
      </p:sp>
      <p:sp>
        <p:nvSpPr>
          <p:cNvPr id="326" name="Google Shape;326;p40"/>
          <p:cNvSpPr txBox="1"/>
          <p:nvPr>
            <p:ph type="title"/>
          </p:nvPr>
        </p:nvSpPr>
        <p:spPr>
          <a:xfrm>
            <a:off x="566998" y="1198500"/>
            <a:ext cx="5384100" cy="7770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ru-RU"/>
              <a:t>Replicating the Paper on IEX DEEP</a:t>
            </a:r>
            <a:endParaRPr/>
          </a:p>
          <a:p>
            <a:pPr indent="0" lvl="0" marL="0" rtl="0" algn="l">
              <a:spcBef>
                <a:spcPts val="0"/>
              </a:spcBef>
              <a:spcAft>
                <a:spcPts val="0"/>
              </a:spcAft>
              <a:buNone/>
            </a:pPr>
            <a:r>
              <a:rPr lang="ru-RU"/>
              <a:t>(6 Stocks, 3 Windows)</a:t>
            </a:r>
            <a:endParaRPr/>
          </a:p>
        </p:txBody>
      </p:sp>
      <p:sp>
        <p:nvSpPr>
          <p:cNvPr id="327" name="Google Shape;327;p40"/>
          <p:cNvSpPr txBox="1"/>
          <p:nvPr>
            <p:ph idx="4" type="body"/>
          </p:nvPr>
        </p:nvSpPr>
        <p:spPr>
          <a:xfrm>
            <a:off x="1143689" y="540904"/>
            <a:ext cx="2174400" cy="41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ru-RU" sz="1600"/>
              <a:t>Research Seminar</a:t>
            </a:r>
            <a:endParaRPr/>
          </a:p>
        </p:txBody>
      </p:sp>
      <p:pic>
        <p:nvPicPr>
          <p:cNvPr id="328" name="Google Shape;328;p40" title="Снимок экрана 2026-10-17 в 12.09.49.png"/>
          <p:cNvPicPr preferRelativeResize="0"/>
          <p:nvPr/>
        </p:nvPicPr>
        <p:blipFill>
          <a:blip r:embed="rId3">
            <a:alphaModFix/>
          </a:blip>
          <a:stretch>
            <a:fillRect/>
          </a:stretch>
        </p:blipFill>
        <p:spPr>
          <a:xfrm>
            <a:off x="132900" y="2986500"/>
            <a:ext cx="6888174" cy="3626600"/>
          </a:xfrm>
          <a:prstGeom prst="rect">
            <a:avLst/>
          </a:prstGeom>
          <a:noFill/>
          <a:ln>
            <a:noFill/>
          </a:ln>
        </p:spPr>
      </p:pic>
      <p:pic>
        <p:nvPicPr>
          <p:cNvPr id="329" name="Google Shape;329;p40" title="Снимок экрана 2026-10-17 в 12.12.45.png"/>
          <p:cNvPicPr preferRelativeResize="0"/>
          <p:nvPr/>
        </p:nvPicPr>
        <p:blipFill>
          <a:blip r:embed="rId4">
            <a:alphaModFix/>
          </a:blip>
          <a:stretch>
            <a:fillRect/>
          </a:stretch>
        </p:blipFill>
        <p:spPr>
          <a:xfrm>
            <a:off x="5907500" y="140300"/>
            <a:ext cx="6085175" cy="31324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1"/>
          <p:cNvSpPr txBox="1"/>
          <p:nvPr>
            <p:ph idx="1" type="body"/>
          </p:nvPr>
        </p:nvSpPr>
        <p:spPr>
          <a:xfrm>
            <a:off x="585900" y="1614825"/>
            <a:ext cx="5310600" cy="2910300"/>
          </a:xfrm>
          <a:prstGeom prst="rect">
            <a:avLst/>
          </a:prstGeom>
        </p:spPr>
        <p:txBody>
          <a:bodyPr anchorCtr="0" anchor="t" bIns="45700" lIns="0" spcFirstLastPara="1" rIns="0" wrap="square" tIns="0">
            <a:noAutofit/>
          </a:bodyPr>
          <a:lstStyle/>
          <a:p>
            <a:pPr indent="-317500" lvl="0" marL="457200" rtl="0" algn="l">
              <a:lnSpc>
                <a:spcPct val="115000"/>
              </a:lnSpc>
              <a:spcBef>
                <a:spcPts val="1200"/>
              </a:spcBef>
              <a:spcAft>
                <a:spcPts val="0"/>
              </a:spcAft>
              <a:buClr>
                <a:schemeClr val="dk1"/>
              </a:buClr>
              <a:buSzPts val="1400"/>
              <a:buFont typeface="Arial"/>
              <a:buChar char="●"/>
            </a:pPr>
            <a:r>
              <a:rPr lang="ru-RU" sz="1400">
                <a:solidFill>
                  <a:schemeClr val="dk1"/>
                </a:solidFill>
              </a:rPr>
              <a:t>The Definitions:</a:t>
            </a:r>
            <a:endParaRPr sz="1400">
              <a:solidFill>
                <a:schemeClr val="dk1"/>
              </a:solidFill>
            </a:endParaRPr>
          </a:p>
          <a:p>
            <a:pPr indent="-317500" lvl="1" marL="914400" rtl="0" algn="l">
              <a:lnSpc>
                <a:spcPct val="115000"/>
              </a:lnSpc>
              <a:spcBef>
                <a:spcPts val="0"/>
              </a:spcBef>
              <a:spcAft>
                <a:spcPts val="0"/>
              </a:spcAft>
              <a:buClr>
                <a:schemeClr val="dk1"/>
              </a:buClr>
              <a:buSzPts val="1400"/>
              <a:buFont typeface="Arial"/>
              <a:buChar char="○"/>
            </a:pPr>
            <a:r>
              <a:rPr lang="ru-RU" sz="1400">
                <a:solidFill>
                  <a:schemeClr val="dk1"/>
                </a:solidFill>
              </a:rPr>
              <a:t>OF (20 features): Keeps bid and ask volume changes separate. Allows asymmetric learning.</a:t>
            </a:r>
            <a:endParaRPr sz="1400">
              <a:solidFill>
                <a:schemeClr val="dk1"/>
              </a:solidFill>
            </a:endParaRPr>
          </a:p>
          <a:p>
            <a:pPr indent="-317500" lvl="1" marL="914400" rtl="0" algn="l">
              <a:lnSpc>
                <a:spcPct val="115000"/>
              </a:lnSpc>
              <a:spcBef>
                <a:spcPts val="0"/>
              </a:spcBef>
              <a:spcAft>
                <a:spcPts val="0"/>
              </a:spcAft>
              <a:buClr>
                <a:schemeClr val="dk1"/>
              </a:buClr>
              <a:buSzPts val="1400"/>
              <a:buFont typeface="Roboto"/>
              <a:buChar char="○"/>
            </a:pPr>
            <a:r>
              <a:rPr lang="ru-RU" sz="1400">
                <a:solidFill>
                  <a:schemeClr val="dk1"/>
                </a:solidFill>
              </a:rPr>
              <a:t>OFI (10 features): bOF − aOF. A compressed measure of net buy/sell pressure.</a:t>
            </a:r>
            <a:endParaRPr sz="1400">
              <a:solidFill>
                <a:schemeClr val="dk1"/>
              </a:solidFill>
            </a:endParaRPr>
          </a:p>
          <a:p>
            <a:pPr indent="-317500" lvl="0" marL="457200" rtl="0" algn="l">
              <a:lnSpc>
                <a:spcPct val="115000"/>
              </a:lnSpc>
              <a:spcBef>
                <a:spcPts val="0"/>
              </a:spcBef>
              <a:spcAft>
                <a:spcPts val="0"/>
              </a:spcAft>
              <a:buClr>
                <a:schemeClr val="dk1"/>
              </a:buClr>
              <a:buSzPts val="1400"/>
              <a:buFont typeface="Arial"/>
              <a:buChar char="●"/>
            </a:pPr>
            <a:r>
              <a:rPr lang="ru-RU" sz="1400">
                <a:solidFill>
                  <a:schemeClr val="dk1"/>
                </a:solidFill>
              </a:rPr>
              <a:t>What the Original Paper Found (Appendix B.1):</a:t>
            </a:r>
            <a:endParaRPr sz="1400">
              <a:solidFill>
                <a:schemeClr val="dk1"/>
              </a:solidFill>
            </a:endParaRPr>
          </a:p>
          <a:p>
            <a:pPr indent="-317500" lvl="1" marL="914400" rtl="0" algn="l">
              <a:lnSpc>
                <a:spcPct val="115000"/>
              </a:lnSpc>
              <a:spcBef>
                <a:spcPts val="0"/>
              </a:spcBef>
              <a:spcAft>
                <a:spcPts val="0"/>
              </a:spcAft>
              <a:buClr>
                <a:schemeClr val="dk1"/>
              </a:buClr>
              <a:buSzPts val="1400"/>
              <a:buFont typeface="Arial"/>
              <a:buChar char="○"/>
            </a:pPr>
            <a:r>
              <a:rPr lang="ru-RU" sz="1400">
                <a:solidFill>
                  <a:schemeClr val="dk1"/>
                </a:solidFill>
              </a:rPr>
              <a:t>LSTM-based models: Performance is qualitatively similar on OF and OFI.</a:t>
            </a:r>
            <a:endParaRPr sz="1400">
              <a:solidFill>
                <a:schemeClr val="dk1"/>
              </a:solidFill>
            </a:endParaRPr>
          </a:p>
          <a:p>
            <a:pPr indent="-317500" lvl="1" marL="914400" rtl="0" algn="l">
              <a:lnSpc>
                <a:spcPct val="115000"/>
              </a:lnSpc>
              <a:spcBef>
                <a:spcPts val="0"/>
              </a:spcBef>
              <a:spcAft>
                <a:spcPts val="0"/>
              </a:spcAft>
              <a:buClr>
                <a:schemeClr val="dk1"/>
              </a:buClr>
              <a:buSzPts val="1400"/>
              <a:buFont typeface="Arial"/>
              <a:buChar char="○"/>
            </a:pPr>
            <a:r>
              <a:rPr lang="ru-RU" sz="1400">
                <a:solidFill>
                  <a:schemeClr val="dk1"/>
                </a:solidFill>
              </a:rPr>
              <a:t>ARX &amp; MLP models: OFI significantly improves performance.</a:t>
            </a:r>
            <a:endParaRPr sz="1400">
              <a:solidFill>
                <a:schemeClr val="dk1"/>
              </a:solidFill>
            </a:endParaRPr>
          </a:p>
          <a:p>
            <a:pPr indent="-317500" lvl="1" marL="914400" rtl="0" algn="l">
              <a:lnSpc>
                <a:spcPct val="115000"/>
              </a:lnSpc>
              <a:spcBef>
                <a:spcPts val="0"/>
              </a:spcBef>
              <a:spcAft>
                <a:spcPts val="0"/>
              </a:spcAft>
              <a:buClr>
                <a:schemeClr val="dk1"/>
              </a:buClr>
              <a:buSzPts val="1400"/>
              <a:buFont typeface="Arial"/>
              <a:buChar char="○"/>
            </a:pPr>
            <a:r>
              <a:rPr i="1" lang="ru-RU" sz="1400">
                <a:solidFill>
                  <a:schemeClr val="dk1"/>
                </a:solidFill>
              </a:rPr>
              <a:t>ARX:</a:t>
            </a:r>
            <a:r>
              <a:rPr lang="ru-RU" sz="1400">
                <a:solidFill>
                  <a:schemeClr val="dk1"/>
                </a:solidFill>
              </a:rPr>
              <a:t> R² jumps from 0.1% to 0.5%.</a:t>
            </a:r>
            <a:endParaRPr sz="1400">
              <a:solidFill>
                <a:schemeClr val="dk1"/>
              </a:solidFill>
            </a:endParaRPr>
          </a:p>
          <a:p>
            <a:pPr indent="-317500" lvl="1" marL="914400" rtl="0" algn="l">
              <a:lnSpc>
                <a:spcPct val="115000"/>
              </a:lnSpc>
              <a:spcBef>
                <a:spcPts val="0"/>
              </a:spcBef>
              <a:spcAft>
                <a:spcPts val="0"/>
              </a:spcAft>
              <a:buClr>
                <a:schemeClr val="dk1"/>
              </a:buClr>
              <a:buSzPts val="1400"/>
              <a:buFont typeface="Arial"/>
              <a:buChar char="○"/>
            </a:pPr>
            <a:r>
              <a:rPr i="1" lang="ru-RU" sz="1400">
                <a:solidFill>
                  <a:schemeClr val="dk1"/>
                </a:solidFill>
              </a:rPr>
              <a:t>MLP:</a:t>
            </a:r>
            <a:r>
              <a:rPr lang="ru-RU" sz="1400">
                <a:solidFill>
                  <a:schemeClr val="dk1"/>
                </a:solidFill>
              </a:rPr>
              <a:t> R² improves from 0.25% to 0.3%.</a:t>
            </a:r>
            <a:endParaRPr sz="1400">
              <a:solidFill>
                <a:schemeClr val="dk1"/>
              </a:solidFill>
            </a:endParaRPr>
          </a:p>
          <a:p>
            <a:pPr indent="-317500" lvl="1" marL="914400" rtl="0" algn="l">
              <a:lnSpc>
                <a:spcPct val="115000"/>
              </a:lnSpc>
              <a:spcBef>
                <a:spcPts val="0"/>
              </a:spcBef>
              <a:spcAft>
                <a:spcPts val="0"/>
              </a:spcAft>
              <a:buClr>
                <a:schemeClr val="dk1"/>
              </a:buClr>
              <a:buSzPts val="1400"/>
              <a:buFont typeface="Arial"/>
              <a:buChar char="○"/>
            </a:pPr>
            <a:r>
              <a:rPr i="1" lang="ru-RU" sz="1400">
                <a:solidFill>
                  <a:schemeClr val="dk1"/>
                </a:solidFill>
              </a:rPr>
              <a:t>Reason:</a:t>
            </a:r>
            <a:r>
              <a:rPr lang="ru-RU" sz="1400">
                <a:solidFill>
                  <a:schemeClr val="dk1"/>
                </a:solidFill>
              </a:rPr>
              <a:t> Fewer input features = fewer parameters = less overfitting.</a:t>
            </a:r>
            <a:endParaRPr sz="1400">
              <a:solidFill>
                <a:schemeClr val="dk1"/>
              </a:solidFill>
            </a:endParaRPr>
          </a:p>
          <a:p>
            <a:pPr indent="-317500" lvl="0" marL="457200" rtl="0" algn="l">
              <a:lnSpc>
                <a:spcPct val="115000"/>
              </a:lnSpc>
              <a:spcBef>
                <a:spcPts val="0"/>
              </a:spcBef>
              <a:spcAft>
                <a:spcPts val="0"/>
              </a:spcAft>
              <a:buClr>
                <a:schemeClr val="dk1"/>
              </a:buClr>
              <a:buSzPts val="1400"/>
              <a:buFont typeface="Arial"/>
              <a:buChar char="●"/>
            </a:pPr>
            <a:r>
              <a:rPr lang="ru-RU" sz="1400">
                <a:solidFill>
                  <a:schemeClr val="dk1"/>
                </a:solidFill>
              </a:rPr>
              <a:t>Our Replication on IEX DEEP:</a:t>
            </a:r>
            <a:endParaRPr sz="1400">
              <a:solidFill>
                <a:schemeClr val="dk1"/>
              </a:solidFill>
            </a:endParaRPr>
          </a:p>
          <a:p>
            <a:pPr indent="-317500" lvl="1" marL="914400" rtl="0" algn="l">
              <a:lnSpc>
                <a:spcPct val="115000"/>
              </a:lnSpc>
              <a:spcBef>
                <a:spcPts val="0"/>
              </a:spcBef>
              <a:spcAft>
                <a:spcPts val="0"/>
              </a:spcAft>
              <a:buClr>
                <a:schemeClr val="dk1"/>
              </a:buClr>
              <a:buSzPts val="1400"/>
              <a:buFont typeface="Arial"/>
              <a:buChar char="○"/>
            </a:pPr>
            <a:r>
              <a:rPr lang="ru-RU" sz="1400">
                <a:solidFill>
                  <a:schemeClr val="dk1"/>
                </a:solidFill>
              </a:rPr>
              <a:t>We observed the exact same pattern: LSTM-MLP performed equally well on both, while the simpler MLP benefited from the noise reduction of OFI.</a:t>
            </a:r>
            <a:endParaRPr sz="1400">
              <a:solidFill>
                <a:schemeClr val="dk1"/>
              </a:solidFill>
            </a:endParaRPr>
          </a:p>
          <a:p>
            <a:pPr indent="0" lvl="0" marL="0" rtl="0" algn="l">
              <a:spcBef>
                <a:spcPts val="1200"/>
              </a:spcBef>
              <a:spcAft>
                <a:spcPts val="0"/>
              </a:spcAft>
              <a:buNone/>
            </a:pPr>
            <a:r>
              <a:t/>
            </a:r>
            <a:endParaRPr sz="1100">
              <a:solidFill>
                <a:schemeClr val="dk1"/>
              </a:solidFill>
            </a:endParaRPr>
          </a:p>
        </p:txBody>
      </p:sp>
      <p:sp>
        <p:nvSpPr>
          <p:cNvPr id="336" name="Google Shape;336;p41"/>
          <p:cNvSpPr txBox="1"/>
          <p:nvPr>
            <p:ph idx="2" type="body"/>
          </p:nvPr>
        </p:nvSpPr>
        <p:spPr>
          <a:xfrm>
            <a:off x="585897" y="5183249"/>
            <a:ext cx="3934200" cy="554100"/>
          </a:xfrm>
          <a:prstGeom prst="rect">
            <a:avLst/>
          </a:prstGeom>
        </p:spPr>
        <p:txBody>
          <a:bodyPr anchorCtr="0" anchor="t" bIns="45700" lIns="0" spcFirstLastPara="1" rIns="0" wrap="square" tIns="0">
            <a:normAutofit/>
          </a:bodyPr>
          <a:lstStyle/>
          <a:p>
            <a:pPr indent="0" lvl="0" marL="0" rtl="0" algn="l">
              <a:spcBef>
                <a:spcPts val="1000"/>
              </a:spcBef>
              <a:spcAft>
                <a:spcPts val="0"/>
              </a:spcAft>
              <a:buNone/>
            </a:pPr>
            <a:r>
              <a:t/>
            </a:r>
            <a:endParaRPr/>
          </a:p>
        </p:txBody>
      </p:sp>
      <p:sp>
        <p:nvSpPr>
          <p:cNvPr id="337" name="Google Shape;337;p41"/>
          <p:cNvSpPr txBox="1"/>
          <p:nvPr>
            <p:ph idx="3" type="body"/>
          </p:nvPr>
        </p:nvSpPr>
        <p:spPr>
          <a:xfrm>
            <a:off x="6259892" y="2379663"/>
            <a:ext cx="5384100" cy="3451800"/>
          </a:xfrm>
          <a:prstGeom prst="rect">
            <a:avLst/>
          </a:prstGeom>
        </p:spPr>
        <p:txBody>
          <a:bodyPr anchorCtr="0" anchor="t" bIns="0" lIns="0" spcFirstLastPara="1" rIns="0" wrap="square" tIns="0">
            <a:normAutofit/>
          </a:bodyPr>
          <a:lstStyle/>
          <a:p>
            <a:pPr indent="0" lvl="0" marL="0" rtl="0" algn="l">
              <a:spcBef>
                <a:spcPts val="1000"/>
              </a:spcBef>
              <a:spcAft>
                <a:spcPts val="0"/>
              </a:spcAft>
              <a:buNone/>
            </a:pPr>
            <a:r>
              <a:t/>
            </a:r>
            <a:endParaRPr/>
          </a:p>
        </p:txBody>
      </p:sp>
      <p:sp>
        <p:nvSpPr>
          <p:cNvPr id="338" name="Google Shape;338;p41"/>
          <p:cNvSpPr txBox="1"/>
          <p:nvPr>
            <p:ph type="title"/>
          </p:nvPr>
        </p:nvSpPr>
        <p:spPr>
          <a:xfrm>
            <a:off x="566997" y="1196240"/>
            <a:ext cx="11058000" cy="777000"/>
          </a:xfrm>
          <a:prstGeom prst="rect">
            <a:avLst/>
          </a:prstGeom>
        </p:spPr>
        <p:txBody>
          <a:bodyPr anchorCtr="0" anchor="t" bIns="0" lIns="0" spcFirstLastPara="1" rIns="0" wrap="square" tIns="0">
            <a:normAutofit fontScale="90000"/>
          </a:bodyPr>
          <a:lstStyle/>
          <a:p>
            <a:pPr indent="0" lvl="0" marL="0" rtl="0" algn="l">
              <a:lnSpc>
                <a:spcPct val="115000"/>
              </a:lnSpc>
              <a:spcBef>
                <a:spcPts val="2400"/>
              </a:spcBef>
              <a:spcAft>
                <a:spcPts val="0"/>
              </a:spcAft>
              <a:buNone/>
            </a:pPr>
            <a:r>
              <a:rPr lang="ru-RU" sz="2067"/>
              <a:t>Order Flow (OF) vs. Order Flow Imbalance (OFI)</a:t>
            </a:r>
            <a:endParaRPr sz="2067"/>
          </a:p>
          <a:p>
            <a:pPr indent="0" lvl="0" marL="0" rtl="0" algn="l">
              <a:spcBef>
                <a:spcPts val="1200"/>
              </a:spcBef>
              <a:spcAft>
                <a:spcPts val="0"/>
              </a:spcAft>
              <a:buNone/>
            </a:pPr>
            <a:r>
              <a:t/>
            </a:r>
            <a:endParaRPr/>
          </a:p>
        </p:txBody>
      </p:sp>
      <p:sp>
        <p:nvSpPr>
          <p:cNvPr id="339" name="Google Shape;339;p41"/>
          <p:cNvSpPr txBox="1"/>
          <p:nvPr>
            <p:ph idx="4" type="body"/>
          </p:nvPr>
        </p:nvSpPr>
        <p:spPr>
          <a:xfrm>
            <a:off x="1143689" y="540904"/>
            <a:ext cx="2174400" cy="41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ru-RU" sz="1600"/>
              <a:t>Research Seminar</a:t>
            </a:r>
            <a:endParaRPr/>
          </a:p>
        </p:txBody>
      </p:sp>
      <p:pic>
        <p:nvPicPr>
          <p:cNvPr id="340" name="Google Shape;340;p41" title="Снимок экрана 2026-10-17 в 12.44.57.png"/>
          <p:cNvPicPr preferRelativeResize="0"/>
          <p:nvPr/>
        </p:nvPicPr>
        <p:blipFill rotWithShape="1">
          <a:blip r:embed="rId3">
            <a:alphaModFix/>
          </a:blip>
          <a:srcRect b="0" l="3100" r="2382" t="5159"/>
          <a:stretch/>
        </p:blipFill>
        <p:spPr>
          <a:xfrm>
            <a:off x="5896525" y="1218975"/>
            <a:ext cx="5859626" cy="4788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2"/>
          <p:cNvSpPr txBox="1"/>
          <p:nvPr>
            <p:ph idx="4" type="body"/>
          </p:nvPr>
        </p:nvSpPr>
        <p:spPr>
          <a:xfrm>
            <a:off x="1143689" y="540904"/>
            <a:ext cx="2174400" cy="41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347" name="Google Shape;347;p42" title="fig5_cross_section.png"/>
          <p:cNvPicPr preferRelativeResize="0"/>
          <p:nvPr/>
        </p:nvPicPr>
        <p:blipFill>
          <a:blip r:embed="rId3">
            <a:alphaModFix/>
          </a:blip>
          <a:stretch>
            <a:fillRect/>
          </a:stretch>
        </p:blipFill>
        <p:spPr>
          <a:xfrm>
            <a:off x="354225" y="1449400"/>
            <a:ext cx="11483551" cy="45923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3"/>
          <p:cNvSpPr txBox="1"/>
          <p:nvPr>
            <p:ph type="title"/>
          </p:nvPr>
        </p:nvSpPr>
        <p:spPr>
          <a:xfrm>
            <a:off x="585883" y="1447800"/>
            <a:ext cx="11057954" cy="4286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400"/>
              <a:buFont typeface="Arial"/>
              <a:buNone/>
            </a:pPr>
            <a:r>
              <a:rPr b="0" i="0" lang="ru-RU" sz="2400" u="none" cap="none" strike="noStrike">
                <a:solidFill>
                  <a:srgbClr val="0F2C68"/>
                </a:solidFill>
                <a:latin typeface="Arial"/>
                <a:ea typeface="Arial"/>
                <a:cs typeface="Arial"/>
                <a:sym typeface="Arial"/>
              </a:rPr>
              <a:t>Extensions Beyond the Paper</a:t>
            </a:r>
            <a:endParaRPr b="0" i="0" sz="2400" u="none" cap="none" strike="noStrike">
              <a:solidFill>
                <a:srgbClr val="0F2C68"/>
              </a:solidFill>
              <a:latin typeface="Arial"/>
              <a:ea typeface="Arial"/>
              <a:cs typeface="Arial"/>
              <a:sym typeface="Arial"/>
            </a:endParaRPr>
          </a:p>
        </p:txBody>
      </p:sp>
      <p:sp>
        <p:nvSpPr>
          <p:cNvPr id="354" name="Google Shape;354;p43"/>
          <p:cNvSpPr txBox="1"/>
          <p:nvPr>
            <p:ph idx="4" type="body"/>
          </p:nvPr>
        </p:nvSpPr>
        <p:spPr>
          <a:xfrm>
            <a:off x="1143689" y="540904"/>
            <a:ext cx="2174400" cy="41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600"/>
              <a:buFont typeface="Arial"/>
              <a:buNone/>
            </a:pPr>
            <a:r>
              <a:rPr lang="ru-RU" sz="1600"/>
              <a:t>Research Seminar</a:t>
            </a:r>
            <a:endParaRPr sz="1400"/>
          </a:p>
          <a:p>
            <a:pPr indent="0" lvl="0" marL="0" rtl="0" algn="l">
              <a:lnSpc>
                <a:spcPct val="100000"/>
              </a:lnSpc>
              <a:spcBef>
                <a:spcPts val="0"/>
              </a:spcBef>
              <a:spcAft>
                <a:spcPts val="0"/>
              </a:spcAft>
              <a:buClr>
                <a:schemeClr val="dk1"/>
              </a:buClr>
              <a:buSzPts val="1000"/>
              <a:buFont typeface="Arial"/>
              <a:buNone/>
            </a:pPr>
            <a:r>
              <a:t/>
            </a:r>
            <a:endParaRPr sz="1400">
              <a:solidFill>
                <a:srgbClr val="000000"/>
              </a:solidFill>
            </a:endParaRPr>
          </a:p>
          <a:p>
            <a:pPr indent="0" lvl="0" marL="0" rtl="0" algn="l">
              <a:lnSpc>
                <a:spcPct val="100000"/>
              </a:lnSpc>
              <a:spcBef>
                <a:spcPts val="0"/>
              </a:spcBef>
              <a:spcAft>
                <a:spcPts val="0"/>
              </a:spcAft>
              <a:buClr>
                <a:schemeClr val="dk1"/>
              </a:buClr>
              <a:buSzPts val="1000"/>
              <a:buFont typeface="Arial"/>
              <a:buNone/>
            </a:pPr>
            <a:r>
              <a:t/>
            </a:r>
            <a:endParaRPr sz="1400">
              <a:solidFill>
                <a:srgbClr val="000000"/>
              </a:solidFill>
            </a:endParaRPr>
          </a:p>
          <a:p>
            <a:pPr indent="0" lvl="0" marL="0" rtl="0" algn="l">
              <a:lnSpc>
                <a:spcPct val="100000"/>
              </a:lnSpc>
              <a:spcBef>
                <a:spcPts val="0"/>
              </a:spcBef>
              <a:spcAft>
                <a:spcPts val="0"/>
              </a:spcAft>
              <a:buSzPts val="1000"/>
              <a:buNone/>
            </a:pPr>
            <a:r>
              <a:t/>
            </a:r>
            <a:endParaRPr/>
          </a:p>
        </p:txBody>
      </p:sp>
      <p:sp>
        <p:nvSpPr>
          <p:cNvPr id="355" name="Google Shape;355;p43"/>
          <p:cNvSpPr/>
          <p:nvPr/>
        </p:nvSpPr>
        <p:spPr>
          <a:xfrm>
            <a:off x="585883" y="2047875"/>
            <a:ext cx="11057954" cy="1381125"/>
          </a:xfrm>
          <a:prstGeom prst="rect">
            <a:avLst/>
          </a:prstGeom>
          <a:noFill/>
          <a:ln>
            <a:noFill/>
          </a:ln>
        </p:spPr>
        <p:txBody>
          <a:bodyPr anchorCtr="0" anchor="t" bIns="0" lIns="0" spcFirstLastPara="1" rIns="0" wrap="square" tIns="0">
            <a:noAutofit/>
          </a:bodyPr>
          <a:lstStyle/>
          <a:p>
            <a:pPr indent="-114300" lvl="0" marL="228600" marR="0" rtl="0" algn="l">
              <a:lnSpc>
                <a:spcPct val="100000"/>
              </a:lnSpc>
              <a:spcBef>
                <a:spcPts val="0"/>
              </a:spcBef>
              <a:spcAft>
                <a:spcPts val="0"/>
              </a:spcAft>
              <a:buClr>
                <a:srgbClr val="000000"/>
              </a:buClr>
              <a:buSzPts val="1600"/>
              <a:buFont typeface="Arial"/>
              <a:buChar char="•"/>
            </a:pPr>
            <a:r>
              <a:rPr b="1" i="0" lang="ru-RU" sz="1600" u="none" cap="none" strike="noStrike">
                <a:solidFill>
                  <a:srgbClr val="0F2C68"/>
                </a:solidFill>
                <a:latin typeface="Arial"/>
                <a:ea typeface="Arial"/>
                <a:cs typeface="Arial"/>
                <a:sym typeface="Arial"/>
              </a:rPr>
              <a:t>Ensemble: </a:t>
            </a:r>
            <a:r>
              <a:rPr b="0" i="0" lang="ru-RU" sz="1600" u="none" cap="none" strike="noStrike">
                <a:solidFill>
                  <a:srgbClr val="0F2C68"/>
                </a:solidFill>
                <a:latin typeface="Arial"/>
                <a:ea typeface="Arial"/>
                <a:cs typeface="Arial"/>
                <a:sym typeface="Arial"/>
              </a:rPr>
              <a:t>test whether combining linear ARX with CNN-LSTM improves forecasts, with no extra model training.</a:t>
            </a:r>
            <a:endParaRPr/>
          </a:p>
          <a:p>
            <a:pPr indent="-114300" lvl="0" marL="228600" marR="0" rtl="0" algn="l">
              <a:lnSpc>
                <a:spcPct val="100000"/>
              </a:lnSpc>
              <a:spcBef>
                <a:spcPts val="900"/>
              </a:spcBef>
              <a:spcAft>
                <a:spcPts val="0"/>
              </a:spcAft>
              <a:buClr>
                <a:srgbClr val="000000"/>
              </a:buClr>
              <a:buSzPts val="1600"/>
              <a:buFont typeface="Arial"/>
              <a:buChar char="•"/>
            </a:pPr>
            <a:r>
              <a:rPr b="1" i="0" lang="ru-RU" sz="1600" u="none" cap="none" strike="noStrike">
                <a:solidFill>
                  <a:srgbClr val="0F2C68"/>
                </a:solidFill>
                <a:latin typeface="Arial"/>
                <a:ea typeface="Arial"/>
                <a:cs typeface="Arial"/>
                <a:sym typeface="Arial"/>
              </a:rPr>
              <a:t>Pooled ARX: </a:t>
            </a:r>
            <a:r>
              <a:rPr b="0" i="0" lang="ru-RU" sz="1600" u="none" cap="none" strike="noStrike">
                <a:solidFill>
                  <a:srgbClr val="0F2C68"/>
                </a:solidFill>
                <a:latin typeface="Arial"/>
                <a:ea typeface="Arial"/>
                <a:cs typeface="Arial"/>
                <a:sym typeface="Arial"/>
              </a:rPr>
              <a:t>test whether one model can learn patterns shared across stocks and replace separate models.</a:t>
            </a:r>
            <a:endParaRPr/>
          </a:p>
          <a:p>
            <a:pPr indent="-114300" lvl="0" marL="228600" marR="0" rtl="0" algn="l">
              <a:lnSpc>
                <a:spcPct val="100000"/>
              </a:lnSpc>
              <a:spcBef>
                <a:spcPts val="900"/>
              </a:spcBef>
              <a:spcAft>
                <a:spcPts val="0"/>
              </a:spcAft>
              <a:buClr>
                <a:srgbClr val="000000"/>
              </a:buClr>
              <a:buSzPts val="1600"/>
              <a:buFont typeface="Arial"/>
              <a:buChar char="•"/>
            </a:pPr>
            <a:r>
              <a:rPr b="1" i="0" lang="ru-RU" sz="1600" u="none" cap="none" strike="noStrike">
                <a:solidFill>
                  <a:srgbClr val="0F2C68"/>
                </a:solidFill>
                <a:latin typeface="Arial"/>
                <a:ea typeface="Arial"/>
                <a:cs typeface="Arial"/>
                <a:sym typeface="Arial"/>
              </a:rPr>
              <a:t>Ridge vs Adam: </a:t>
            </a:r>
            <a:r>
              <a:rPr b="0" i="0" lang="ru-RU" sz="1600" u="none" cap="none" strike="noStrike">
                <a:solidFill>
                  <a:srgbClr val="0F2C68"/>
                </a:solidFill>
                <a:latin typeface="Arial"/>
                <a:ea typeface="Arial"/>
                <a:cs typeface="Arial"/>
                <a:sym typeface="Arial"/>
              </a:rPr>
              <a:t>check whether the estimation method changes accuracy while the ARX architecture stays the same.</a:t>
            </a:r>
            <a:endParaRPr/>
          </a:p>
        </p:txBody>
      </p:sp>
      <p:graphicFrame>
        <p:nvGraphicFramePr>
          <p:cNvPr id="356" name="Google Shape;356;p43"/>
          <p:cNvGraphicFramePr/>
          <p:nvPr/>
        </p:nvGraphicFramePr>
        <p:xfrm>
          <a:off x="585883" y="3429000"/>
          <a:ext cx="3000000" cy="3000000"/>
        </p:xfrm>
        <a:graphic>
          <a:graphicData uri="http://schemas.openxmlformats.org/drawingml/2006/table">
            <a:tbl>
              <a:tblPr>
                <a:noFill/>
                <a:tableStyleId>{08FC7221-2359-4754-8425-334A788E2670}</a:tableStyleId>
              </a:tblPr>
              <a:tblGrid>
                <a:gridCol w="2238375"/>
                <a:gridCol w="3619500"/>
                <a:gridCol w="5200075"/>
              </a:tblGrid>
              <a:tr h="487200">
                <a:tc>
                  <a:txBody>
                    <a:bodyPr/>
                    <a:lstStyle/>
                    <a:p>
                      <a:pPr indent="0" lvl="0" marL="0" marR="0" rtl="0" algn="l">
                        <a:lnSpc>
                          <a:spcPct val="100000"/>
                        </a:lnSpc>
                        <a:spcBef>
                          <a:spcPts val="0"/>
                        </a:spcBef>
                        <a:spcAft>
                          <a:spcPts val="0"/>
                        </a:spcAft>
                        <a:buClr>
                          <a:srgbClr val="000000"/>
                        </a:buClr>
                        <a:buSzPts val="1500"/>
                        <a:buFont typeface="Arial"/>
                        <a:buNone/>
                      </a:pPr>
                      <a:r>
                        <a:rPr b="1" lang="ru-RU" sz="1500" u="none" cap="none" strike="noStrike">
                          <a:solidFill>
                            <a:srgbClr val="0F2C68"/>
                          </a:solidFill>
                        </a:rPr>
                        <a:t>Experiment</a:t>
                      </a:r>
                      <a:endParaRPr/>
                    </a:p>
                  </a:txBody>
                  <a:tcPr marT="28575" marB="28575" marR="76200" marL="76200" anchor="ctr">
                    <a:lnL cap="flat" cmpd="sng" w="19050">
                      <a:solidFill>
                        <a:srgbClr val="DFE6EF"/>
                      </a:solidFill>
                      <a:prstDash val="solid"/>
                      <a:round/>
                      <a:headEnd len="sm" w="sm" type="none"/>
                      <a:tailEnd len="sm" w="sm" type="none"/>
                    </a:lnL>
                    <a:lnR cap="flat" cmpd="sng" w="19050">
                      <a:solidFill>
                        <a:srgbClr val="DFE6EF"/>
                      </a:solidFill>
                      <a:prstDash val="solid"/>
                      <a:round/>
                      <a:headEnd len="sm" w="sm" type="none"/>
                      <a:tailEnd len="sm" w="sm" type="none"/>
                    </a:lnR>
                    <a:lnT cap="flat" cmpd="sng" w="19050">
                      <a:solidFill>
                        <a:srgbClr val="DFE6EF"/>
                      </a:solidFill>
                      <a:prstDash val="solid"/>
                      <a:round/>
                      <a:headEnd len="sm" w="sm" type="none"/>
                      <a:tailEnd len="sm" w="sm" type="none"/>
                    </a:lnT>
                    <a:lnB cap="flat" cmpd="sng" w="19050">
                      <a:solidFill>
                        <a:srgbClr val="DFE6EF"/>
                      </a:solidFill>
                      <a:prstDash val="solid"/>
                      <a:round/>
                      <a:headEnd len="sm" w="sm" type="none"/>
                      <a:tailEnd len="sm" w="sm" type="none"/>
                    </a:lnB>
                    <a:solidFill>
                      <a:srgbClr val="EEF3F9"/>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ru-RU" sz="1500" u="none" cap="none" strike="noStrike">
                          <a:solidFill>
                            <a:srgbClr val="0F2C68"/>
                          </a:solidFill>
                        </a:rPr>
                        <a:t>Implementation</a:t>
                      </a:r>
                      <a:endParaRPr/>
                    </a:p>
                  </a:txBody>
                  <a:tcPr marT="28575" marB="28575" marR="76200" marL="76200" anchor="ctr">
                    <a:lnL cap="flat" cmpd="sng" w="19050">
                      <a:solidFill>
                        <a:srgbClr val="DFE6EF"/>
                      </a:solidFill>
                      <a:prstDash val="solid"/>
                      <a:round/>
                      <a:headEnd len="sm" w="sm" type="none"/>
                      <a:tailEnd len="sm" w="sm" type="none"/>
                    </a:lnL>
                    <a:lnR cap="flat" cmpd="sng" w="19050">
                      <a:solidFill>
                        <a:srgbClr val="DFE6EF"/>
                      </a:solidFill>
                      <a:prstDash val="solid"/>
                      <a:round/>
                      <a:headEnd len="sm" w="sm" type="none"/>
                      <a:tailEnd len="sm" w="sm" type="none"/>
                    </a:lnR>
                    <a:lnT cap="flat" cmpd="sng" w="19050">
                      <a:solidFill>
                        <a:srgbClr val="DFE6EF"/>
                      </a:solidFill>
                      <a:prstDash val="solid"/>
                      <a:round/>
                      <a:headEnd len="sm" w="sm" type="none"/>
                      <a:tailEnd len="sm" w="sm" type="none"/>
                    </a:lnT>
                    <a:lnB cap="flat" cmpd="sng" w="19050">
                      <a:solidFill>
                        <a:srgbClr val="DFE6EF"/>
                      </a:solidFill>
                      <a:prstDash val="solid"/>
                      <a:round/>
                      <a:headEnd len="sm" w="sm" type="none"/>
                      <a:tailEnd len="sm" w="sm" type="none"/>
                    </a:lnB>
                    <a:solidFill>
                      <a:srgbClr val="EEF3F9"/>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ru-RU" sz="1500" u="none" cap="none" strike="noStrike">
                          <a:solidFill>
                            <a:srgbClr val="0F2C68"/>
                          </a:solidFill>
                        </a:rPr>
                        <a:t>Result: mean R²OS</a:t>
                      </a:r>
                      <a:endParaRPr/>
                    </a:p>
                  </a:txBody>
                  <a:tcPr marT="28575" marB="28575" marR="76200" marL="76200" anchor="ctr">
                    <a:lnL cap="flat" cmpd="sng" w="19050">
                      <a:solidFill>
                        <a:srgbClr val="DFE6EF"/>
                      </a:solidFill>
                      <a:prstDash val="solid"/>
                      <a:round/>
                      <a:headEnd len="sm" w="sm" type="none"/>
                      <a:tailEnd len="sm" w="sm" type="none"/>
                    </a:lnL>
                    <a:lnR cap="flat" cmpd="sng" w="19050">
                      <a:solidFill>
                        <a:srgbClr val="DFE6EF"/>
                      </a:solidFill>
                      <a:prstDash val="solid"/>
                      <a:round/>
                      <a:headEnd len="sm" w="sm" type="none"/>
                      <a:tailEnd len="sm" w="sm" type="none"/>
                    </a:lnR>
                    <a:lnT cap="flat" cmpd="sng" w="19050">
                      <a:solidFill>
                        <a:srgbClr val="DFE6EF"/>
                      </a:solidFill>
                      <a:prstDash val="solid"/>
                      <a:round/>
                      <a:headEnd len="sm" w="sm" type="none"/>
                      <a:tailEnd len="sm" w="sm" type="none"/>
                    </a:lnT>
                    <a:lnB cap="flat" cmpd="sng" w="19050">
                      <a:solidFill>
                        <a:srgbClr val="DFE6EF"/>
                      </a:solidFill>
                      <a:prstDash val="solid"/>
                      <a:round/>
                      <a:headEnd len="sm" w="sm" type="none"/>
                      <a:tailEnd len="sm" w="sm" type="none"/>
                    </a:lnB>
                    <a:solidFill>
                      <a:srgbClr val="EEF3F9"/>
                    </a:solidFill>
                  </a:tcPr>
                </a:tc>
              </a:tr>
              <a:tr h="841500">
                <a:tc>
                  <a:txBody>
                    <a:bodyPr/>
                    <a:lstStyle/>
                    <a:p>
                      <a:pPr indent="0" lvl="0" marL="0" marR="0" rtl="0" algn="l">
                        <a:lnSpc>
                          <a:spcPct val="100000"/>
                        </a:lnSpc>
                        <a:spcBef>
                          <a:spcPts val="0"/>
                        </a:spcBef>
                        <a:spcAft>
                          <a:spcPts val="0"/>
                        </a:spcAft>
                        <a:buClr>
                          <a:srgbClr val="000000"/>
                        </a:buClr>
                        <a:buSzPts val="1500"/>
                        <a:buFont typeface="Arial"/>
                        <a:buNone/>
                      </a:pPr>
                      <a:r>
                        <a:rPr b="1" lang="ru-RU" sz="1500" u="none" cap="none" strike="noStrike">
                          <a:solidFill>
                            <a:srgbClr val="0F2C68"/>
                          </a:solidFill>
                        </a:rPr>
                        <a:t>ARX + CNN-LSTM</a:t>
                      </a:r>
                      <a:endParaRPr/>
                    </a:p>
                    <a:p>
                      <a:pPr indent="0" lvl="0" marL="0" marR="0" rtl="0" algn="l">
                        <a:lnSpc>
                          <a:spcPct val="100000"/>
                        </a:lnSpc>
                        <a:spcBef>
                          <a:spcPts val="0"/>
                        </a:spcBef>
                        <a:spcAft>
                          <a:spcPts val="0"/>
                        </a:spcAft>
                        <a:buClr>
                          <a:srgbClr val="000000"/>
                        </a:buClr>
                        <a:buSzPts val="1500"/>
                        <a:buFont typeface="Arial"/>
                        <a:buNone/>
                      </a:pPr>
                      <a:r>
                        <a:rPr b="1" lang="ru-RU" sz="1500" u="none" cap="none" strike="noStrike">
                          <a:solidFill>
                            <a:srgbClr val="0F2C68"/>
                          </a:solidFill>
                        </a:rPr>
                        <a:t>ensemble</a:t>
                      </a:r>
                      <a:endParaRPr/>
                    </a:p>
                  </a:txBody>
                  <a:tcPr marT="28575" marB="28575" marR="76200" marL="76200" anchor="ctr">
                    <a:lnL cap="flat" cmpd="sng" w="19050">
                      <a:solidFill>
                        <a:srgbClr val="DFE6EF"/>
                      </a:solidFill>
                      <a:prstDash val="solid"/>
                      <a:round/>
                      <a:headEnd len="sm" w="sm" type="none"/>
                      <a:tailEnd len="sm" w="sm" type="none"/>
                    </a:lnL>
                    <a:lnR cap="flat" cmpd="sng" w="19050">
                      <a:solidFill>
                        <a:srgbClr val="DFE6EF"/>
                      </a:solidFill>
                      <a:prstDash val="solid"/>
                      <a:round/>
                      <a:headEnd len="sm" w="sm" type="none"/>
                      <a:tailEnd len="sm" w="sm" type="none"/>
                    </a:lnR>
                    <a:lnT cap="flat" cmpd="sng" w="19050">
                      <a:solidFill>
                        <a:srgbClr val="DFE6EF"/>
                      </a:solidFill>
                      <a:prstDash val="solid"/>
                      <a:round/>
                      <a:headEnd len="sm" w="sm" type="none"/>
                      <a:tailEnd len="sm" w="sm" type="none"/>
                    </a:lnT>
                    <a:lnB cap="flat" cmpd="sng" w="19050">
                      <a:solidFill>
                        <a:srgbClr val="DFE6E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ru-RU" sz="1500" u="none" cap="none" strike="noStrike">
                          <a:solidFill>
                            <a:srgbClr val="0F2C68"/>
                          </a:solidFill>
                        </a:rPr>
                        <a:t>50/50 average of ARX and CNN-LSTM forecasts.</a:t>
                      </a:r>
                      <a:endParaRPr/>
                    </a:p>
                  </a:txBody>
                  <a:tcPr marT="28575" marB="28575" marR="76200" marL="76200" anchor="ctr">
                    <a:lnL cap="flat" cmpd="sng" w="19050">
                      <a:solidFill>
                        <a:srgbClr val="DFE6EF"/>
                      </a:solidFill>
                      <a:prstDash val="solid"/>
                      <a:round/>
                      <a:headEnd len="sm" w="sm" type="none"/>
                      <a:tailEnd len="sm" w="sm" type="none"/>
                    </a:lnL>
                    <a:lnR cap="flat" cmpd="sng" w="19050">
                      <a:solidFill>
                        <a:srgbClr val="DFE6EF"/>
                      </a:solidFill>
                      <a:prstDash val="solid"/>
                      <a:round/>
                      <a:headEnd len="sm" w="sm" type="none"/>
                      <a:tailEnd len="sm" w="sm" type="none"/>
                    </a:lnR>
                    <a:lnT cap="flat" cmpd="sng" w="19050">
                      <a:solidFill>
                        <a:srgbClr val="DFE6EF"/>
                      </a:solidFill>
                      <a:prstDash val="solid"/>
                      <a:round/>
                      <a:headEnd len="sm" w="sm" type="none"/>
                      <a:tailEnd len="sm" w="sm" type="none"/>
                    </a:lnT>
                    <a:lnB cap="flat" cmpd="sng" w="19050">
                      <a:solidFill>
                        <a:srgbClr val="DFE6E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ru-RU" sz="1500" u="none" cap="none" strike="noStrike">
                          <a:solidFill>
                            <a:srgbClr val="0F2C68"/>
                          </a:solidFill>
                        </a:rPr>
                        <a:t>Better: 0.39% vs 0.35% for CNN-LSTM and 0.27% for ARX (OF, 6 stocks).</a:t>
                      </a:r>
                      <a:endParaRPr/>
                    </a:p>
                  </a:txBody>
                  <a:tcPr marT="28575" marB="28575" marR="76200" marL="76200" anchor="ctr">
                    <a:lnL cap="flat" cmpd="sng" w="19050">
                      <a:solidFill>
                        <a:srgbClr val="DFE6EF"/>
                      </a:solidFill>
                      <a:prstDash val="solid"/>
                      <a:round/>
                      <a:headEnd len="sm" w="sm" type="none"/>
                      <a:tailEnd len="sm" w="sm" type="none"/>
                    </a:lnL>
                    <a:lnR cap="flat" cmpd="sng" w="19050">
                      <a:solidFill>
                        <a:srgbClr val="DFE6EF"/>
                      </a:solidFill>
                      <a:prstDash val="solid"/>
                      <a:round/>
                      <a:headEnd len="sm" w="sm" type="none"/>
                      <a:tailEnd len="sm" w="sm" type="none"/>
                    </a:lnR>
                    <a:lnT cap="flat" cmpd="sng" w="19050">
                      <a:solidFill>
                        <a:srgbClr val="DFE6EF"/>
                      </a:solidFill>
                      <a:prstDash val="solid"/>
                      <a:round/>
                      <a:headEnd len="sm" w="sm" type="none"/>
                      <a:tailEnd len="sm" w="sm" type="none"/>
                    </a:lnT>
                    <a:lnB cap="flat" cmpd="sng" w="19050">
                      <a:solidFill>
                        <a:srgbClr val="DFE6EF"/>
                      </a:solidFill>
                      <a:prstDash val="solid"/>
                      <a:round/>
                      <a:headEnd len="sm" w="sm" type="none"/>
                      <a:tailEnd len="sm" w="sm" type="none"/>
                    </a:lnB>
                    <a:solidFill>
                      <a:srgbClr val="FFFFFF"/>
                    </a:solidFill>
                  </a:tcPr>
                </a:tc>
              </a:tr>
              <a:tr h="841500">
                <a:tc>
                  <a:txBody>
                    <a:bodyPr/>
                    <a:lstStyle/>
                    <a:p>
                      <a:pPr indent="0" lvl="0" marL="0" marR="0" rtl="0" algn="l">
                        <a:lnSpc>
                          <a:spcPct val="100000"/>
                        </a:lnSpc>
                        <a:spcBef>
                          <a:spcPts val="0"/>
                        </a:spcBef>
                        <a:spcAft>
                          <a:spcPts val="0"/>
                        </a:spcAft>
                        <a:buClr>
                          <a:srgbClr val="000000"/>
                        </a:buClr>
                        <a:buSzPts val="1500"/>
                        <a:buFont typeface="Arial"/>
                        <a:buNone/>
                      </a:pPr>
                      <a:r>
                        <a:rPr b="1" lang="ru-RU" sz="1500" u="none" cap="none" strike="noStrike">
                          <a:solidFill>
                            <a:srgbClr val="0F2C68"/>
                          </a:solidFill>
                        </a:rPr>
                        <a:t>Pooled ARX</a:t>
                      </a:r>
                      <a:endParaRPr/>
                    </a:p>
                  </a:txBody>
                  <a:tcPr marT="28575" marB="28575" marR="76200" marL="76200" anchor="ctr">
                    <a:lnL cap="flat" cmpd="sng" w="19050">
                      <a:solidFill>
                        <a:srgbClr val="DFE6EF"/>
                      </a:solidFill>
                      <a:prstDash val="solid"/>
                      <a:round/>
                      <a:headEnd len="sm" w="sm" type="none"/>
                      <a:tailEnd len="sm" w="sm" type="none"/>
                    </a:lnL>
                    <a:lnR cap="flat" cmpd="sng" w="19050">
                      <a:solidFill>
                        <a:srgbClr val="DFE6EF"/>
                      </a:solidFill>
                      <a:prstDash val="solid"/>
                      <a:round/>
                      <a:headEnd len="sm" w="sm" type="none"/>
                      <a:tailEnd len="sm" w="sm" type="none"/>
                    </a:lnR>
                    <a:lnT cap="flat" cmpd="sng" w="19050">
                      <a:solidFill>
                        <a:srgbClr val="DFE6EF"/>
                      </a:solidFill>
                      <a:prstDash val="solid"/>
                      <a:round/>
                      <a:headEnd len="sm" w="sm" type="none"/>
                      <a:tailEnd len="sm" w="sm" type="none"/>
                    </a:lnT>
                    <a:lnB cap="flat" cmpd="sng" w="19050">
                      <a:solidFill>
                        <a:srgbClr val="DFE6E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ru-RU" sz="1500" u="none" cap="none" strike="noStrike">
                          <a:solidFill>
                            <a:srgbClr val="0F2C68"/>
                          </a:solidFill>
                        </a:rPr>
                        <a:t>One ridge ARX for all 11 stocks in each rolling window.</a:t>
                      </a:r>
                      <a:endParaRPr/>
                    </a:p>
                  </a:txBody>
                  <a:tcPr marT="28575" marB="28575" marR="76200" marL="76200" anchor="ctr">
                    <a:lnL cap="flat" cmpd="sng" w="19050">
                      <a:solidFill>
                        <a:srgbClr val="DFE6EF"/>
                      </a:solidFill>
                      <a:prstDash val="solid"/>
                      <a:round/>
                      <a:headEnd len="sm" w="sm" type="none"/>
                      <a:tailEnd len="sm" w="sm" type="none"/>
                    </a:lnL>
                    <a:lnR cap="flat" cmpd="sng" w="19050">
                      <a:solidFill>
                        <a:srgbClr val="DFE6EF"/>
                      </a:solidFill>
                      <a:prstDash val="solid"/>
                      <a:round/>
                      <a:headEnd len="sm" w="sm" type="none"/>
                      <a:tailEnd len="sm" w="sm" type="none"/>
                    </a:lnR>
                    <a:lnT cap="flat" cmpd="sng" w="19050">
                      <a:solidFill>
                        <a:srgbClr val="DFE6EF"/>
                      </a:solidFill>
                      <a:prstDash val="solid"/>
                      <a:round/>
                      <a:headEnd len="sm" w="sm" type="none"/>
                      <a:tailEnd len="sm" w="sm" type="none"/>
                    </a:lnT>
                    <a:lnB cap="flat" cmpd="sng" w="19050">
                      <a:solidFill>
                        <a:srgbClr val="DFE6E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ru-RU" sz="1500" u="none" cap="none" strike="noStrike">
                          <a:solidFill>
                            <a:srgbClr val="0F2C68"/>
                          </a:solidFill>
                        </a:rPr>
                        <a:t>Worse: 0.03% vs 0.07% for separate ARX models (OFI, 11 stocks).</a:t>
                      </a:r>
                      <a:endParaRPr/>
                    </a:p>
                  </a:txBody>
                  <a:tcPr marT="28575" marB="28575" marR="76200" marL="76200" anchor="ctr">
                    <a:lnL cap="flat" cmpd="sng" w="19050">
                      <a:solidFill>
                        <a:srgbClr val="DFE6EF"/>
                      </a:solidFill>
                      <a:prstDash val="solid"/>
                      <a:round/>
                      <a:headEnd len="sm" w="sm" type="none"/>
                      <a:tailEnd len="sm" w="sm" type="none"/>
                    </a:lnL>
                    <a:lnR cap="flat" cmpd="sng" w="19050">
                      <a:solidFill>
                        <a:srgbClr val="DFE6EF"/>
                      </a:solidFill>
                      <a:prstDash val="solid"/>
                      <a:round/>
                      <a:headEnd len="sm" w="sm" type="none"/>
                      <a:tailEnd len="sm" w="sm" type="none"/>
                    </a:lnR>
                    <a:lnT cap="flat" cmpd="sng" w="19050">
                      <a:solidFill>
                        <a:srgbClr val="DFE6EF"/>
                      </a:solidFill>
                      <a:prstDash val="solid"/>
                      <a:round/>
                      <a:headEnd len="sm" w="sm" type="none"/>
                      <a:tailEnd len="sm" w="sm" type="none"/>
                    </a:lnT>
                    <a:lnB cap="flat" cmpd="sng" w="19050">
                      <a:solidFill>
                        <a:srgbClr val="DFE6EF"/>
                      </a:solidFill>
                      <a:prstDash val="solid"/>
                      <a:round/>
                      <a:headEnd len="sm" w="sm" type="none"/>
                      <a:tailEnd len="sm" w="sm" type="none"/>
                    </a:lnB>
                    <a:solidFill>
                      <a:srgbClr val="FFFFFF"/>
                    </a:solidFill>
                  </a:tcPr>
                </a:tc>
              </a:tr>
              <a:tr h="841500">
                <a:tc>
                  <a:txBody>
                    <a:bodyPr/>
                    <a:lstStyle/>
                    <a:p>
                      <a:pPr indent="0" lvl="0" marL="0" marR="0" rtl="0" algn="l">
                        <a:lnSpc>
                          <a:spcPct val="100000"/>
                        </a:lnSpc>
                        <a:spcBef>
                          <a:spcPts val="0"/>
                        </a:spcBef>
                        <a:spcAft>
                          <a:spcPts val="0"/>
                        </a:spcAft>
                        <a:buClr>
                          <a:srgbClr val="000000"/>
                        </a:buClr>
                        <a:buSzPts val="1500"/>
                        <a:buFont typeface="Arial"/>
                        <a:buNone/>
                      </a:pPr>
                      <a:r>
                        <a:rPr b="1" lang="ru-RU" sz="1500" u="none" cap="none" strike="noStrike">
                          <a:solidFill>
                            <a:srgbClr val="0F2C68"/>
                          </a:solidFill>
                        </a:rPr>
                        <a:t>ARX:</a:t>
                      </a:r>
                      <a:endParaRPr/>
                    </a:p>
                    <a:p>
                      <a:pPr indent="0" lvl="0" marL="0" marR="0" rtl="0" algn="l">
                        <a:lnSpc>
                          <a:spcPct val="100000"/>
                        </a:lnSpc>
                        <a:spcBef>
                          <a:spcPts val="0"/>
                        </a:spcBef>
                        <a:spcAft>
                          <a:spcPts val="0"/>
                        </a:spcAft>
                        <a:buClr>
                          <a:srgbClr val="000000"/>
                        </a:buClr>
                        <a:buSzPts val="1500"/>
                        <a:buFont typeface="Arial"/>
                        <a:buNone/>
                      </a:pPr>
                      <a:r>
                        <a:rPr b="1" lang="ru-RU" sz="1500" u="none" cap="none" strike="noStrike">
                          <a:solidFill>
                            <a:srgbClr val="0F2C68"/>
                          </a:solidFill>
                        </a:rPr>
                        <a:t>ridge vs Adam</a:t>
                      </a:r>
                      <a:endParaRPr/>
                    </a:p>
                  </a:txBody>
                  <a:tcPr marT="28575" marB="28575" marR="76200" marL="76200" anchor="ctr">
                    <a:lnL cap="flat" cmpd="sng" w="19050">
                      <a:solidFill>
                        <a:srgbClr val="DFE6EF"/>
                      </a:solidFill>
                      <a:prstDash val="solid"/>
                      <a:round/>
                      <a:headEnd len="sm" w="sm" type="none"/>
                      <a:tailEnd len="sm" w="sm" type="none"/>
                    </a:lnL>
                    <a:lnR cap="flat" cmpd="sng" w="19050">
                      <a:solidFill>
                        <a:srgbClr val="DFE6EF"/>
                      </a:solidFill>
                      <a:prstDash val="solid"/>
                      <a:round/>
                      <a:headEnd len="sm" w="sm" type="none"/>
                      <a:tailEnd len="sm" w="sm" type="none"/>
                    </a:lnR>
                    <a:lnT cap="flat" cmpd="sng" w="19050">
                      <a:solidFill>
                        <a:srgbClr val="DFE6EF"/>
                      </a:solidFill>
                      <a:prstDash val="solid"/>
                      <a:round/>
                      <a:headEnd len="sm" w="sm" type="none"/>
                      <a:tailEnd len="sm" w="sm" type="none"/>
                    </a:lnT>
                    <a:lnB cap="flat" cmpd="sng" w="19050">
                      <a:solidFill>
                        <a:srgbClr val="DFE6E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ru-RU" sz="1500" u="none" cap="none" strike="noStrike">
                          <a:solidFill>
                            <a:srgbClr val="0F2C68"/>
                          </a:solidFill>
                        </a:rPr>
                        <a:t>Same linear architecture, two estimation methods.</a:t>
                      </a:r>
                      <a:endParaRPr/>
                    </a:p>
                  </a:txBody>
                  <a:tcPr marT="28575" marB="28575" marR="76200" marL="76200" anchor="ctr">
                    <a:lnL cap="flat" cmpd="sng" w="19050">
                      <a:solidFill>
                        <a:srgbClr val="DFE6EF"/>
                      </a:solidFill>
                      <a:prstDash val="solid"/>
                      <a:round/>
                      <a:headEnd len="sm" w="sm" type="none"/>
                      <a:tailEnd len="sm" w="sm" type="none"/>
                    </a:lnL>
                    <a:lnR cap="flat" cmpd="sng" w="19050">
                      <a:solidFill>
                        <a:srgbClr val="DFE6EF"/>
                      </a:solidFill>
                      <a:prstDash val="solid"/>
                      <a:round/>
                      <a:headEnd len="sm" w="sm" type="none"/>
                      <a:tailEnd len="sm" w="sm" type="none"/>
                    </a:lnR>
                    <a:lnT cap="flat" cmpd="sng" w="19050">
                      <a:solidFill>
                        <a:srgbClr val="DFE6EF"/>
                      </a:solidFill>
                      <a:prstDash val="solid"/>
                      <a:round/>
                      <a:headEnd len="sm" w="sm" type="none"/>
                      <a:tailEnd len="sm" w="sm" type="none"/>
                    </a:lnT>
                    <a:lnB cap="flat" cmpd="sng" w="19050">
                      <a:solidFill>
                        <a:srgbClr val="DFE6E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0" lang="ru-RU" sz="1500" u="none" cap="none" strike="noStrike">
                          <a:solidFill>
                            <a:srgbClr val="0F2C68"/>
                          </a:solidFill>
                        </a:rPr>
                        <a:t>Ridge is better: OF 0.27% vs −0.25%, OFI 0.28% vs 0.05% (6 stocks).</a:t>
                      </a:r>
                      <a:endParaRPr/>
                    </a:p>
                  </a:txBody>
                  <a:tcPr marT="28575" marB="28575" marR="76200" marL="76200" anchor="ctr">
                    <a:lnL cap="flat" cmpd="sng" w="19050">
                      <a:solidFill>
                        <a:srgbClr val="DFE6EF"/>
                      </a:solidFill>
                      <a:prstDash val="solid"/>
                      <a:round/>
                      <a:headEnd len="sm" w="sm" type="none"/>
                      <a:tailEnd len="sm" w="sm" type="none"/>
                    </a:lnL>
                    <a:lnR cap="flat" cmpd="sng" w="19050">
                      <a:solidFill>
                        <a:srgbClr val="DFE6EF"/>
                      </a:solidFill>
                      <a:prstDash val="solid"/>
                      <a:round/>
                      <a:headEnd len="sm" w="sm" type="none"/>
                      <a:tailEnd len="sm" w="sm" type="none"/>
                    </a:lnR>
                    <a:lnT cap="flat" cmpd="sng" w="19050">
                      <a:solidFill>
                        <a:srgbClr val="DFE6EF"/>
                      </a:solidFill>
                      <a:prstDash val="solid"/>
                      <a:round/>
                      <a:headEnd len="sm" w="sm" type="none"/>
                      <a:tailEnd len="sm" w="sm" type="none"/>
                    </a:lnT>
                    <a:lnB cap="flat" cmpd="sng" w="19050">
                      <a:solidFill>
                        <a:srgbClr val="DFE6EF"/>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4"/>
          <p:cNvSpPr txBox="1"/>
          <p:nvPr>
            <p:ph idx="1" type="body"/>
          </p:nvPr>
        </p:nvSpPr>
        <p:spPr>
          <a:xfrm>
            <a:off x="585900" y="2135050"/>
            <a:ext cx="7632000" cy="3540600"/>
          </a:xfrm>
          <a:prstGeom prst="rect">
            <a:avLst/>
          </a:prstGeom>
        </p:spPr>
        <p:txBody>
          <a:bodyPr anchorCtr="0" anchor="t" bIns="45700" lIns="0" spcFirstLastPara="1" rIns="0" wrap="square" tIns="0">
            <a:noAutofit/>
          </a:bodyPr>
          <a:lstStyle/>
          <a:p>
            <a:pPr indent="-342900" lvl="0" marL="457200" rtl="0" algn="l">
              <a:lnSpc>
                <a:spcPct val="115000"/>
              </a:lnSpc>
              <a:spcBef>
                <a:spcPts val="1200"/>
              </a:spcBef>
              <a:spcAft>
                <a:spcPts val="0"/>
              </a:spcAft>
              <a:buClr>
                <a:schemeClr val="dk1"/>
              </a:buClr>
              <a:buSzPts val="1800"/>
              <a:buFont typeface="Arial"/>
              <a:buChar char="●"/>
            </a:pPr>
            <a:r>
              <a:rPr lang="ru-RU" sz="1800">
                <a:solidFill>
                  <a:schemeClr val="dk1"/>
                </a:solidFill>
              </a:rPr>
              <a:t>Stationarity is the key. Order Flow (OF) and Order Flow Imbalance (OFI) beat raw order book states - every time, for every model.</a:t>
            </a:r>
            <a:endParaRPr sz="1800">
              <a:solidFill>
                <a:schemeClr val="dk1"/>
              </a:solidFill>
            </a:endParaRPr>
          </a:p>
          <a:p>
            <a:pPr indent="-342900" lvl="0" marL="457200" rtl="0" algn="l">
              <a:lnSpc>
                <a:spcPct val="115000"/>
              </a:lnSpc>
              <a:spcBef>
                <a:spcPts val="0"/>
              </a:spcBef>
              <a:spcAft>
                <a:spcPts val="0"/>
              </a:spcAft>
              <a:buClr>
                <a:schemeClr val="dk1"/>
              </a:buClr>
              <a:buSzPts val="1800"/>
              <a:buFont typeface="Arial"/>
              <a:buChar char="●"/>
            </a:pPr>
            <a:r>
              <a:rPr lang="ru-RU" sz="1800">
                <a:solidFill>
                  <a:schemeClr val="dk1"/>
                </a:solidFill>
              </a:rPr>
              <a:t>Memory matters. Architectures with an LSTM layer consistently outperform linear models and plain MLPs.</a:t>
            </a:r>
            <a:endParaRPr sz="1800">
              <a:solidFill>
                <a:schemeClr val="dk1"/>
              </a:solidFill>
            </a:endParaRPr>
          </a:p>
          <a:p>
            <a:pPr indent="-342900" lvl="0" marL="457200" rtl="0" algn="l">
              <a:lnSpc>
                <a:spcPct val="115000"/>
              </a:lnSpc>
              <a:spcBef>
                <a:spcPts val="0"/>
              </a:spcBef>
              <a:spcAft>
                <a:spcPts val="0"/>
              </a:spcAft>
              <a:buClr>
                <a:schemeClr val="dk1"/>
              </a:buClr>
              <a:buSzPts val="1800"/>
              <a:buFont typeface="Arial"/>
              <a:buChar char="●"/>
            </a:pPr>
            <a:r>
              <a:rPr lang="ru-RU" sz="1800">
                <a:solidFill>
                  <a:schemeClr val="dk1"/>
                </a:solidFill>
              </a:rPr>
              <a:t>Alpha is short-lived. Predictive power peaks around two average price changes and then decays.</a:t>
            </a:r>
            <a:endParaRPr sz="1800">
              <a:solidFill>
                <a:schemeClr val="dk1"/>
              </a:solidFill>
            </a:endParaRPr>
          </a:p>
          <a:p>
            <a:pPr indent="-342900" lvl="0" marL="457200" rtl="0" algn="l">
              <a:lnSpc>
                <a:spcPct val="115000"/>
              </a:lnSpc>
              <a:spcBef>
                <a:spcPts val="0"/>
              </a:spcBef>
              <a:spcAft>
                <a:spcPts val="0"/>
              </a:spcAft>
              <a:buClr>
                <a:schemeClr val="dk1"/>
              </a:buClr>
              <a:buSzPts val="1800"/>
              <a:buFont typeface="Arial"/>
              <a:buChar char="●"/>
            </a:pPr>
            <a:r>
              <a:rPr lang="ru-RU" sz="1800">
                <a:solidFill>
                  <a:schemeClr val="dk1"/>
                </a:solidFill>
              </a:rPr>
              <a:t>Microstructure decides. "Information-rich" large-tick stocks are far more predictable than small-tick ones.</a:t>
            </a:r>
            <a:endParaRPr sz="1800">
              <a:solidFill>
                <a:schemeClr val="dk1"/>
              </a:solidFill>
            </a:endParaRPr>
          </a:p>
          <a:p>
            <a:pPr indent="-342900" lvl="0" marL="457200" rtl="0" algn="l">
              <a:lnSpc>
                <a:spcPct val="115000"/>
              </a:lnSpc>
              <a:spcBef>
                <a:spcPts val="0"/>
              </a:spcBef>
              <a:spcAft>
                <a:spcPts val="0"/>
              </a:spcAft>
              <a:buClr>
                <a:schemeClr val="dk1"/>
              </a:buClr>
              <a:buSzPts val="1800"/>
              <a:buFont typeface="Arial"/>
              <a:buChar char="●"/>
            </a:pPr>
            <a:r>
              <a:rPr lang="ru-RU" sz="1800">
                <a:solidFill>
                  <a:schemeClr val="dk1"/>
                </a:solidFill>
              </a:rPr>
              <a:t>Our contribution: We reproduced all of the above on IEX DEEP, and showed it is feasible on consumer hardware.</a:t>
            </a:r>
            <a:endParaRPr sz="1800">
              <a:solidFill>
                <a:schemeClr val="dk1"/>
              </a:solidFill>
            </a:endParaRPr>
          </a:p>
          <a:p>
            <a:pPr indent="-342900" lvl="0" marL="457200" rtl="0" algn="l">
              <a:lnSpc>
                <a:spcPct val="115000"/>
              </a:lnSpc>
              <a:spcBef>
                <a:spcPts val="0"/>
              </a:spcBef>
              <a:spcAft>
                <a:spcPts val="0"/>
              </a:spcAft>
              <a:buClr>
                <a:schemeClr val="dk1"/>
              </a:buClr>
              <a:buSzPts val="1800"/>
              <a:buFont typeface="Roboto"/>
              <a:buChar char="●"/>
            </a:pPr>
            <a:r>
              <a:rPr lang="ru-RU" sz="1800">
                <a:solidFill>
                  <a:schemeClr val="dk1"/>
                </a:solidFill>
              </a:rPr>
              <a:t>Conducted experiments and showed good results (for example </a:t>
            </a:r>
            <a:r>
              <a:rPr lang="ru-RU" sz="1800">
                <a:solidFill>
                  <a:schemeClr val="dk1"/>
                </a:solidFill>
              </a:rPr>
              <a:t>ARX + CNN-LSTM</a:t>
            </a:r>
            <a:r>
              <a:rPr lang="ru-RU" sz="1800">
                <a:solidFill>
                  <a:srgbClr val="000000"/>
                </a:solidFill>
              </a:rPr>
              <a:t> </a:t>
            </a:r>
            <a:r>
              <a:rPr lang="ru-RU" sz="1800">
                <a:solidFill>
                  <a:schemeClr val="dk1"/>
                </a:solidFill>
              </a:rPr>
              <a:t>ensemble)</a:t>
            </a:r>
            <a:endParaRPr sz="1800">
              <a:solidFill>
                <a:schemeClr val="dk1"/>
              </a:solidFill>
            </a:endParaRPr>
          </a:p>
          <a:p>
            <a:pPr indent="0" lvl="0" marL="0" rtl="0" algn="l">
              <a:spcBef>
                <a:spcPts val="1200"/>
              </a:spcBef>
              <a:spcAft>
                <a:spcPts val="0"/>
              </a:spcAft>
              <a:buNone/>
            </a:pPr>
            <a:r>
              <a:t/>
            </a:r>
            <a:endParaRPr/>
          </a:p>
        </p:txBody>
      </p:sp>
      <p:sp>
        <p:nvSpPr>
          <p:cNvPr id="363" name="Google Shape;363;p44"/>
          <p:cNvSpPr txBox="1"/>
          <p:nvPr>
            <p:ph idx="2" type="body"/>
          </p:nvPr>
        </p:nvSpPr>
        <p:spPr>
          <a:xfrm>
            <a:off x="585897" y="5183249"/>
            <a:ext cx="3934200" cy="554100"/>
          </a:xfrm>
          <a:prstGeom prst="rect">
            <a:avLst/>
          </a:prstGeom>
        </p:spPr>
        <p:txBody>
          <a:bodyPr anchorCtr="0" anchor="t" bIns="45700" lIns="0" spcFirstLastPara="1" rIns="0" wrap="square" tIns="0">
            <a:normAutofit/>
          </a:bodyPr>
          <a:lstStyle/>
          <a:p>
            <a:pPr indent="0" lvl="0" marL="0" rtl="0" algn="l">
              <a:spcBef>
                <a:spcPts val="1000"/>
              </a:spcBef>
              <a:spcAft>
                <a:spcPts val="0"/>
              </a:spcAft>
              <a:buNone/>
            </a:pPr>
            <a:r>
              <a:t/>
            </a:r>
            <a:endParaRPr/>
          </a:p>
        </p:txBody>
      </p:sp>
      <p:sp>
        <p:nvSpPr>
          <p:cNvPr id="364" name="Google Shape;364;p44"/>
          <p:cNvSpPr txBox="1"/>
          <p:nvPr>
            <p:ph idx="3" type="body"/>
          </p:nvPr>
        </p:nvSpPr>
        <p:spPr>
          <a:xfrm>
            <a:off x="6259892" y="2379663"/>
            <a:ext cx="5384100" cy="3451800"/>
          </a:xfrm>
          <a:prstGeom prst="rect">
            <a:avLst/>
          </a:prstGeom>
        </p:spPr>
        <p:txBody>
          <a:bodyPr anchorCtr="0" anchor="t" bIns="0" lIns="0" spcFirstLastPara="1" rIns="0" wrap="square" tIns="0">
            <a:normAutofit/>
          </a:bodyPr>
          <a:lstStyle/>
          <a:p>
            <a:pPr indent="0" lvl="0" marL="0" rtl="0" algn="l">
              <a:spcBef>
                <a:spcPts val="1000"/>
              </a:spcBef>
              <a:spcAft>
                <a:spcPts val="0"/>
              </a:spcAft>
              <a:buNone/>
            </a:pPr>
            <a:r>
              <a:t/>
            </a:r>
            <a:endParaRPr/>
          </a:p>
        </p:txBody>
      </p:sp>
      <p:sp>
        <p:nvSpPr>
          <p:cNvPr id="365" name="Google Shape;365;p44"/>
          <p:cNvSpPr txBox="1"/>
          <p:nvPr>
            <p:ph type="title"/>
          </p:nvPr>
        </p:nvSpPr>
        <p:spPr>
          <a:xfrm>
            <a:off x="585897" y="1447790"/>
            <a:ext cx="11058000" cy="777000"/>
          </a:xfrm>
          <a:prstGeom prst="rect">
            <a:avLst/>
          </a:prstGeom>
        </p:spPr>
        <p:txBody>
          <a:bodyPr anchorCtr="0" anchor="t" bIns="0" lIns="0" spcFirstLastPara="1" rIns="0" wrap="square" tIns="0">
            <a:normAutofit/>
          </a:bodyPr>
          <a:lstStyle/>
          <a:p>
            <a:pPr indent="0" lvl="0" marL="0" rtl="0" algn="l">
              <a:lnSpc>
                <a:spcPct val="90000"/>
              </a:lnSpc>
              <a:spcBef>
                <a:spcPts val="1000"/>
              </a:spcBef>
              <a:spcAft>
                <a:spcPts val="0"/>
              </a:spcAft>
              <a:buNone/>
            </a:pPr>
            <a:r>
              <a:rPr lang="ru-RU">
                <a:solidFill>
                  <a:srgbClr val="0E2D69"/>
                </a:solidFill>
              </a:rPr>
              <a:t>Conclusion</a:t>
            </a:r>
            <a:endParaRPr sz="3200"/>
          </a:p>
        </p:txBody>
      </p:sp>
      <p:sp>
        <p:nvSpPr>
          <p:cNvPr id="366" name="Google Shape;366;p44"/>
          <p:cNvSpPr txBox="1"/>
          <p:nvPr>
            <p:ph idx="4" type="body"/>
          </p:nvPr>
        </p:nvSpPr>
        <p:spPr>
          <a:xfrm>
            <a:off x="1143689" y="540904"/>
            <a:ext cx="2174400" cy="4158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600"/>
              <a:buFont typeface="Arial"/>
              <a:buNone/>
            </a:pPr>
            <a:r>
              <a:rPr lang="ru-RU" sz="1600"/>
              <a:t>Research Seminar</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5"/>
          <p:cNvSpPr txBox="1"/>
          <p:nvPr>
            <p:ph type="title"/>
          </p:nvPr>
        </p:nvSpPr>
        <p:spPr>
          <a:xfrm>
            <a:off x="585883" y="1447800"/>
            <a:ext cx="11057954" cy="4286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400"/>
              <a:buFont typeface="Arial"/>
              <a:buNone/>
            </a:pPr>
            <a:r>
              <a:rPr b="0" i="0" lang="ru-RU" sz="2400" u="none" cap="none" strike="noStrike">
                <a:solidFill>
                  <a:srgbClr val="0F2C68"/>
                </a:solidFill>
                <a:latin typeface="Arial"/>
                <a:ea typeface="Arial"/>
                <a:cs typeface="Arial"/>
                <a:sym typeface="Arial"/>
              </a:rPr>
              <a:t>Repository Structure</a:t>
            </a:r>
            <a:endParaRPr b="0" i="0" sz="2400" u="none" cap="none" strike="noStrike">
              <a:solidFill>
                <a:srgbClr val="0F2C68"/>
              </a:solidFill>
              <a:latin typeface="Arial"/>
              <a:ea typeface="Arial"/>
              <a:cs typeface="Arial"/>
              <a:sym typeface="Arial"/>
            </a:endParaRPr>
          </a:p>
        </p:txBody>
      </p:sp>
      <p:sp>
        <p:nvSpPr>
          <p:cNvPr id="373" name="Google Shape;373;p45"/>
          <p:cNvSpPr txBox="1"/>
          <p:nvPr>
            <p:ph idx="4" type="body"/>
          </p:nvPr>
        </p:nvSpPr>
        <p:spPr>
          <a:xfrm>
            <a:off x="1143689" y="540904"/>
            <a:ext cx="2174400" cy="41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600"/>
              <a:buFont typeface="Arial"/>
              <a:buNone/>
            </a:pPr>
            <a:r>
              <a:rPr lang="ru-RU" sz="1600"/>
              <a:t>Research Seminar</a:t>
            </a:r>
            <a:endParaRPr sz="1400"/>
          </a:p>
          <a:p>
            <a:pPr indent="0" lvl="0" marL="0" rtl="0" algn="l">
              <a:lnSpc>
                <a:spcPct val="100000"/>
              </a:lnSpc>
              <a:spcBef>
                <a:spcPts val="0"/>
              </a:spcBef>
              <a:spcAft>
                <a:spcPts val="0"/>
              </a:spcAft>
              <a:buClr>
                <a:schemeClr val="dk1"/>
              </a:buClr>
              <a:buSzPts val="1000"/>
              <a:buFont typeface="Arial"/>
              <a:buNone/>
            </a:pPr>
            <a:r>
              <a:t/>
            </a:r>
            <a:endParaRPr sz="1400">
              <a:solidFill>
                <a:srgbClr val="000000"/>
              </a:solidFill>
            </a:endParaRPr>
          </a:p>
          <a:p>
            <a:pPr indent="0" lvl="0" marL="0" rtl="0" algn="l">
              <a:lnSpc>
                <a:spcPct val="100000"/>
              </a:lnSpc>
              <a:spcBef>
                <a:spcPts val="0"/>
              </a:spcBef>
              <a:spcAft>
                <a:spcPts val="0"/>
              </a:spcAft>
              <a:buClr>
                <a:schemeClr val="dk1"/>
              </a:buClr>
              <a:buSzPts val="1000"/>
              <a:buFont typeface="Arial"/>
              <a:buNone/>
            </a:pPr>
            <a:r>
              <a:t/>
            </a:r>
            <a:endParaRPr sz="1400">
              <a:solidFill>
                <a:srgbClr val="000000"/>
              </a:solidFill>
            </a:endParaRPr>
          </a:p>
          <a:p>
            <a:pPr indent="0" lvl="0" marL="0" rtl="0" algn="l">
              <a:lnSpc>
                <a:spcPct val="100000"/>
              </a:lnSpc>
              <a:spcBef>
                <a:spcPts val="0"/>
              </a:spcBef>
              <a:spcAft>
                <a:spcPts val="0"/>
              </a:spcAft>
              <a:buSzPts val="1000"/>
              <a:buNone/>
            </a:pPr>
            <a:r>
              <a:t/>
            </a:r>
            <a:endParaRPr/>
          </a:p>
        </p:txBody>
      </p:sp>
      <p:sp>
        <p:nvSpPr>
          <p:cNvPr id="374" name="Google Shape;374;p45"/>
          <p:cNvSpPr/>
          <p:nvPr/>
        </p:nvSpPr>
        <p:spPr>
          <a:xfrm>
            <a:off x="585883" y="2095500"/>
            <a:ext cx="5448300"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src/deepofi/</a:t>
            </a:r>
            <a:endParaRPr/>
          </a:p>
        </p:txBody>
      </p:sp>
      <p:sp>
        <p:nvSpPr>
          <p:cNvPr id="375" name="Google Shape;375;p45"/>
          <p:cNvSpPr/>
          <p:nvPr/>
        </p:nvSpPr>
        <p:spPr>
          <a:xfrm>
            <a:off x="585883" y="2268855"/>
            <a:ext cx="5448300"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cli.py                         train / evaluate / predict</a:t>
            </a:r>
            <a:endParaRPr/>
          </a:p>
        </p:txBody>
      </p:sp>
      <p:sp>
        <p:nvSpPr>
          <p:cNvPr id="376" name="Google Shape;376;p45"/>
          <p:cNvSpPr/>
          <p:nvPr/>
        </p:nvSpPr>
        <p:spPr>
          <a:xfrm>
            <a:off x="585883" y="2442210"/>
            <a:ext cx="5448300"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engine.py                      training / load weights</a:t>
            </a:r>
            <a:endParaRPr/>
          </a:p>
        </p:txBody>
      </p:sp>
      <p:sp>
        <p:nvSpPr>
          <p:cNvPr id="377" name="Google Shape;377;p45"/>
          <p:cNvSpPr/>
          <p:nvPr/>
        </p:nvSpPr>
        <p:spPr>
          <a:xfrm>
            <a:off x="585883" y="2615565"/>
            <a:ext cx="5448300"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config.py                      read YAML settings</a:t>
            </a:r>
            <a:endParaRPr/>
          </a:p>
        </p:txBody>
      </p:sp>
      <p:sp>
        <p:nvSpPr>
          <p:cNvPr id="378" name="Google Shape;378;p45"/>
          <p:cNvSpPr/>
          <p:nvPr/>
        </p:nvSpPr>
        <p:spPr>
          <a:xfrm>
            <a:off x="585883" y="2788920"/>
            <a:ext cx="5448300"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iex/</a:t>
            </a:r>
            <a:endParaRPr/>
          </a:p>
        </p:txBody>
      </p:sp>
      <p:sp>
        <p:nvSpPr>
          <p:cNvPr id="379" name="Google Shape;379;p45"/>
          <p:cNvSpPr/>
          <p:nvPr/>
        </p:nvSpPr>
        <p:spPr>
          <a:xfrm>
            <a:off x="585883" y="2962275"/>
            <a:ext cx="5448300"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 deep.py, hist.py           DEEP parser / HIST archive</a:t>
            </a:r>
            <a:endParaRPr/>
          </a:p>
        </p:txBody>
      </p:sp>
      <p:sp>
        <p:nvSpPr>
          <p:cNvPr id="380" name="Google Shape;380;p45"/>
          <p:cNvSpPr/>
          <p:nvPr/>
        </p:nvSpPr>
        <p:spPr>
          <a:xfrm>
            <a:off x="585883" y="3135630"/>
            <a:ext cx="5448300"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data_process/</a:t>
            </a:r>
            <a:endParaRPr/>
          </a:p>
        </p:txBody>
      </p:sp>
      <p:sp>
        <p:nvSpPr>
          <p:cNvPr id="381" name="Google Shape;381;p45"/>
          <p:cNvSpPr/>
          <p:nvPr/>
        </p:nvSpPr>
        <p:spPr>
          <a:xfrm>
            <a:off x="585883" y="3308985"/>
            <a:ext cx="5448300"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 book.py                    rebuild order books</a:t>
            </a:r>
            <a:endParaRPr/>
          </a:p>
        </p:txBody>
      </p:sp>
      <p:sp>
        <p:nvSpPr>
          <p:cNvPr id="382" name="Google Shape;382;p45"/>
          <p:cNvSpPr/>
          <p:nvPr/>
        </p:nvSpPr>
        <p:spPr>
          <a:xfrm>
            <a:off x="585883" y="3482340"/>
            <a:ext cx="5448300"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 clean.py                   session / book filters</a:t>
            </a:r>
            <a:endParaRPr/>
          </a:p>
        </p:txBody>
      </p:sp>
      <p:sp>
        <p:nvSpPr>
          <p:cNvPr id="383" name="Google Shape;383;p45"/>
          <p:cNvSpPr/>
          <p:nvPr/>
        </p:nvSpPr>
        <p:spPr>
          <a:xfrm>
            <a:off x="585883" y="3655695"/>
            <a:ext cx="5448300"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 characteristics.py         daily stock statistics</a:t>
            </a:r>
            <a:endParaRPr/>
          </a:p>
        </p:txBody>
      </p:sp>
      <p:sp>
        <p:nvSpPr>
          <p:cNvPr id="384" name="Google Shape;384;p45"/>
          <p:cNvSpPr/>
          <p:nvPr/>
        </p:nvSpPr>
        <p:spPr>
          <a:xfrm>
            <a:off x="585883" y="3829050"/>
            <a:ext cx="5448300"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 universe.py                stock selection</a:t>
            </a:r>
            <a:endParaRPr/>
          </a:p>
        </p:txBody>
      </p:sp>
      <p:sp>
        <p:nvSpPr>
          <p:cNvPr id="385" name="Google Shape;385;p45"/>
          <p:cNvSpPr/>
          <p:nvPr/>
        </p:nvSpPr>
        <p:spPr>
          <a:xfrm>
            <a:off x="585883" y="4002405"/>
            <a:ext cx="5448300"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 features.py                OF / OFI / LOB inputs</a:t>
            </a:r>
            <a:endParaRPr/>
          </a:p>
        </p:txBody>
      </p:sp>
      <p:sp>
        <p:nvSpPr>
          <p:cNvPr id="386" name="Google Shape;386;p45"/>
          <p:cNvSpPr/>
          <p:nvPr/>
        </p:nvSpPr>
        <p:spPr>
          <a:xfrm>
            <a:off x="585883" y="4175760"/>
            <a:ext cx="5448300"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 targets.py                 future mid-price changes</a:t>
            </a:r>
            <a:endParaRPr/>
          </a:p>
        </p:txBody>
      </p:sp>
      <p:sp>
        <p:nvSpPr>
          <p:cNvPr id="387" name="Google Shape;387;p45"/>
          <p:cNvSpPr/>
          <p:nvPr/>
        </p:nvSpPr>
        <p:spPr>
          <a:xfrm>
            <a:off x="585883" y="4349115"/>
            <a:ext cx="5448300"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 preprocessing.py           winsorization / z-score</a:t>
            </a:r>
            <a:endParaRPr/>
          </a:p>
        </p:txBody>
      </p:sp>
      <p:sp>
        <p:nvSpPr>
          <p:cNvPr id="388" name="Google Shape;388;p45"/>
          <p:cNvSpPr/>
          <p:nvPr/>
        </p:nvSpPr>
        <p:spPr>
          <a:xfrm>
            <a:off x="585883" y="4522470"/>
            <a:ext cx="5448300"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 windows.py                 sequences / data loaders</a:t>
            </a:r>
            <a:endParaRPr/>
          </a:p>
        </p:txBody>
      </p:sp>
      <p:sp>
        <p:nvSpPr>
          <p:cNvPr id="389" name="Google Shape;389;p45"/>
          <p:cNvSpPr/>
          <p:nvPr/>
        </p:nvSpPr>
        <p:spPr>
          <a:xfrm>
            <a:off x="585883" y="4695825"/>
            <a:ext cx="5448300"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 dataset.py                 books to model inputs</a:t>
            </a:r>
            <a:endParaRPr/>
          </a:p>
        </p:txBody>
      </p:sp>
      <p:sp>
        <p:nvSpPr>
          <p:cNvPr id="390" name="Google Shape;390;p45"/>
          <p:cNvSpPr/>
          <p:nvPr/>
        </p:nvSpPr>
        <p:spPr>
          <a:xfrm>
            <a:off x="585883" y="4869180"/>
            <a:ext cx="5448300"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 splits.py                  rolling date splits</a:t>
            </a:r>
            <a:endParaRPr/>
          </a:p>
        </p:txBody>
      </p:sp>
      <p:sp>
        <p:nvSpPr>
          <p:cNvPr id="391" name="Google Shape;391;p45"/>
          <p:cNvSpPr/>
          <p:nvPr/>
        </p:nvSpPr>
        <p:spPr>
          <a:xfrm>
            <a:off x="585883" y="5042535"/>
            <a:ext cx="5448300"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 synthetic.py               artificial data</a:t>
            </a:r>
            <a:endParaRPr/>
          </a:p>
        </p:txBody>
      </p:sp>
      <p:sp>
        <p:nvSpPr>
          <p:cNvPr id="392" name="Google Shape;392;p45"/>
          <p:cNvSpPr/>
          <p:nvPr/>
        </p:nvSpPr>
        <p:spPr>
          <a:xfrm>
            <a:off x="585883" y="5215890"/>
            <a:ext cx="5448300"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models/</a:t>
            </a:r>
            <a:endParaRPr/>
          </a:p>
        </p:txBody>
      </p:sp>
      <p:sp>
        <p:nvSpPr>
          <p:cNvPr id="393" name="Google Shape;393;p45"/>
          <p:cNvSpPr/>
          <p:nvPr/>
        </p:nvSpPr>
        <p:spPr>
          <a:xfrm>
            <a:off x="585883" y="5389245"/>
            <a:ext cx="5448300"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 __init__.py                model registry</a:t>
            </a:r>
            <a:endParaRPr/>
          </a:p>
        </p:txBody>
      </p:sp>
      <p:sp>
        <p:nvSpPr>
          <p:cNvPr id="394" name="Google Shape;394;p45"/>
          <p:cNvSpPr/>
          <p:nvPr/>
        </p:nvSpPr>
        <p:spPr>
          <a:xfrm>
            <a:off x="585883" y="5562600"/>
            <a:ext cx="5448300"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 arx.py, mlp.py             linear / dense networks</a:t>
            </a:r>
            <a:endParaRPr/>
          </a:p>
        </p:txBody>
      </p:sp>
      <p:sp>
        <p:nvSpPr>
          <p:cNvPr id="395" name="Google Shape;395;p45"/>
          <p:cNvSpPr/>
          <p:nvPr/>
        </p:nvSpPr>
        <p:spPr>
          <a:xfrm>
            <a:off x="585883" y="5735955"/>
            <a:ext cx="5448300"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 lstm.py, lstm3.py          1 / 3 LSTM layers</a:t>
            </a:r>
            <a:endParaRPr/>
          </a:p>
        </p:txBody>
      </p:sp>
      <p:sp>
        <p:nvSpPr>
          <p:cNvPr id="396" name="Google Shape;396;p45"/>
          <p:cNvSpPr/>
          <p:nvPr/>
        </p:nvSpPr>
        <p:spPr>
          <a:xfrm>
            <a:off x="585883" y="5909310"/>
            <a:ext cx="5448300"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 lstm_mlp.py, cnn_lstm.py   hybrid networks</a:t>
            </a:r>
            <a:endParaRPr/>
          </a:p>
        </p:txBody>
      </p:sp>
      <p:sp>
        <p:nvSpPr>
          <p:cNvPr id="397" name="Google Shape;397;p45"/>
          <p:cNvSpPr/>
          <p:nvPr/>
        </p:nvSpPr>
        <p:spPr>
          <a:xfrm>
            <a:off x="585883" y="6082665"/>
            <a:ext cx="5448300"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evaluation/</a:t>
            </a:r>
            <a:endParaRPr/>
          </a:p>
        </p:txBody>
      </p:sp>
      <p:sp>
        <p:nvSpPr>
          <p:cNvPr id="398" name="Google Shape;398;p45"/>
          <p:cNvSpPr/>
          <p:nvPr/>
        </p:nvSpPr>
        <p:spPr>
          <a:xfrm>
            <a:off x="585883" y="6256020"/>
            <a:ext cx="5448300"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 metrics.py, comparison.py  scoring / comparisons</a:t>
            </a:r>
            <a:endParaRPr/>
          </a:p>
        </p:txBody>
      </p:sp>
      <p:sp>
        <p:nvSpPr>
          <p:cNvPr id="399" name="Google Shape;399;p45"/>
          <p:cNvSpPr/>
          <p:nvPr/>
        </p:nvSpPr>
        <p:spPr>
          <a:xfrm>
            <a:off x="6286500" y="2095500"/>
            <a:ext cx="5357336"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README.md                         overview / results / use</a:t>
            </a:r>
            <a:endParaRPr/>
          </a:p>
        </p:txBody>
      </p:sp>
      <p:sp>
        <p:nvSpPr>
          <p:cNvPr id="400" name="Google Shape;400;p45"/>
          <p:cNvSpPr/>
          <p:nvPr/>
        </p:nvSpPr>
        <p:spPr>
          <a:xfrm>
            <a:off x="6286500" y="2268855"/>
            <a:ext cx="5357336"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DEVIATIONS.md                     changes from the paper</a:t>
            </a:r>
            <a:endParaRPr/>
          </a:p>
        </p:txBody>
      </p:sp>
      <p:sp>
        <p:nvSpPr>
          <p:cNvPr id="401" name="Google Shape;401;p45"/>
          <p:cNvSpPr/>
          <p:nvPr/>
        </p:nvSpPr>
        <p:spPr>
          <a:xfrm>
            <a:off x="6286500" y="2442210"/>
            <a:ext cx="5357336"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pyproject.toml                    package / dependencies</a:t>
            </a:r>
            <a:endParaRPr/>
          </a:p>
        </p:txBody>
      </p:sp>
      <p:sp>
        <p:nvSpPr>
          <p:cNvPr id="402" name="Google Shape;402;p45"/>
          <p:cNvSpPr/>
          <p:nvPr/>
        </p:nvSpPr>
        <p:spPr>
          <a:xfrm>
            <a:off x="6286500" y="2615565"/>
            <a:ext cx="5357336"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requirements.txt                  editable installation</a:t>
            </a:r>
            <a:endParaRPr/>
          </a:p>
        </p:txBody>
      </p:sp>
      <p:sp>
        <p:nvSpPr>
          <p:cNvPr id="403" name="Google Shape;403;p45"/>
          <p:cNvSpPr/>
          <p:nvPr/>
        </p:nvSpPr>
        <p:spPr>
          <a:xfrm>
            <a:off x="6286500" y="2788920"/>
            <a:ext cx="5357336"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.gitignore                        exclude local files</a:t>
            </a:r>
            <a:endParaRPr/>
          </a:p>
        </p:txBody>
      </p:sp>
      <p:sp>
        <p:nvSpPr>
          <p:cNvPr id="404" name="Google Shape;404;p45"/>
          <p:cNvSpPr/>
          <p:nvPr/>
        </p:nvSpPr>
        <p:spPr>
          <a:xfrm>
            <a:off x="6286500" y="2962275"/>
            <a:ext cx="5357336"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configs/</a:t>
            </a:r>
            <a:endParaRPr/>
          </a:p>
        </p:txBody>
      </p:sp>
      <p:sp>
        <p:nvSpPr>
          <p:cNvPr id="405" name="Google Shape;405;p45"/>
          <p:cNvSpPr/>
          <p:nvPr/>
        </p:nvSpPr>
        <p:spPr>
          <a:xfrm>
            <a:off x="6286500" y="3135630"/>
            <a:ext cx="5357336"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 pipeline.yaml, tickers.yaml   settings / universe</a:t>
            </a:r>
            <a:endParaRPr/>
          </a:p>
        </p:txBody>
      </p:sp>
      <p:sp>
        <p:nvSpPr>
          <p:cNvPr id="406" name="Google Shape;406;p45"/>
          <p:cNvSpPr/>
          <p:nvPr/>
        </p:nvSpPr>
        <p:spPr>
          <a:xfrm>
            <a:off x="6286500" y="3308985"/>
            <a:ext cx="5357336"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data/</a:t>
            </a:r>
            <a:endParaRPr/>
          </a:p>
        </p:txBody>
      </p:sp>
      <p:sp>
        <p:nvSpPr>
          <p:cNvPr id="407" name="Google Shape;407;p45"/>
          <p:cNvSpPr/>
          <p:nvPr/>
        </p:nvSpPr>
        <p:spPr>
          <a:xfrm>
            <a:off x="6286500" y="3482340"/>
            <a:ext cx="5357336"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 README.md, samples/*.csv      formats / examples</a:t>
            </a:r>
            <a:endParaRPr/>
          </a:p>
        </p:txBody>
      </p:sp>
      <p:sp>
        <p:nvSpPr>
          <p:cNvPr id="408" name="Google Shape;408;p45"/>
          <p:cNvSpPr/>
          <p:nvPr/>
        </p:nvSpPr>
        <p:spPr>
          <a:xfrm>
            <a:off x="6286500" y="3655695"/>
            <a:ext cx="5357336"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scripts/</a:t>
            </a:r>
            <a:endParaRPr/>
          </a:p>
        </p:txBody>
      </p:sp>
      <p:sp>
        <p:nvSpPr>
          <p:cNvPr id="409" name="Google Shape;409;p45"/>
          <p:cNvSpPr/>
          <p:nvPr/>
        </p:nvSpPr>
        <p:spPr>
          <a:xfrm>
            <a:off x="6286500" y="3829050"/>
            <a:ext cx="5357336"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 download_days.py, overnight.py download</a:t>
            </a:r>
            <a:endParaRPr/>
          </a:p>
        </p:txBody>
      </p:sp>
      <p:sp>
        <p:nvSpPr>
          <p:cNvPr id="410" name="Google Shape;410;p45"/>
          <p:cNvSpPr/>
          <p:nvPr/>
        </p:nvSpPr>
        <p:spPr>
          <a:xfrm>
            <a:off x="6286500" y="4002405"/>
            <a:ext cx="5357336"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 pilot_day.py                  stock screening</a:t>
            </a:r>
            <a:endParaRPr/>
          </a:p>
        </p:txBody>
      </p:sp>
      <p:sp>
        <p:nvSpPr>
          <p:cNvPr id="411" name="Google Shape;411;p45"/>
          <p:cNvSpPr/>
          <p:nvPr/>
        </p:nvSpPr>
        <p:spPr>
          <a:xfrm>
            <a:off x="6286500" y="4175760"/>
            <a:ext cx="5357336"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 build_dataset.py              books / metadata</a:t>
            </a:r>
            <a:endParaRPr/>
          </a:p>
        </p:txBody>
      </p:sp>
      <p:sp>
        <p:nvSpPr>
          <p:cNvPr id="412" name="Google Shape;412;p45"/>
          <p:cNvSpPr/>
          <p:nvPr/>
        </p:nvSpPr>
        <p:spPr>
          <a:xfrm>
            <a:off x="6286500" y="4349115"/>
            <a:ext cx="5357336"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 freeze_dataset.py, check_dataset.py integrity</a:t>
            </a:r>
            <a:endParaRPr/>
          </a:p>
        </p:txBody>
      </p:sp>
      <p:sp>
        <p:nvSpPr>
          <p:cNvPr id="413" name="Google Shape;413;p45"/>
          <p:cNvSpPr/>
          <p:nvPr/>
        </p:nvSpPr>
        <p:spPr>
          <a:xfrm>
            <a:off x="6286500" y="4522470"/>
            <a:ext cx="5357336"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 make_samples.py               example CSV files</a:t>
            </a:r>
            <a:endParaRPr/>
          </a:p>
        </p:txBody>
      </p:sp>
      <p:sp>
        <p:nvSpPr>
          <p:cNvPr id="414" name="Google Shape;414;p45"/>
          <p:cNvSpPr/>
          <p:nvPr/>
        </p:nvSpPr>
        <p:spPr>
          <a:xfrm>
            <a:off x="6286500" y="4695825"/>
            <a:ext cx="5357336"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 train_synthetic.py, train_one_day.py smoke tests</a:t>
            </a:r>
            <a:endParaRPr/>
          </a:p>
        </p:txBody>
      </p:sp>
      <p:sp>
        <p:nvSpPr>
          <p:cNvPr id="415" name="Google Shape;415;p45"/>
          <p:cNvSpPr/>
          <p:nvPr/>
        </p:nvSpPr>
        <p:spPr>
          <a:xfrm>
            <a:off x="6286500" y="4869180"/>
            <a:ext cx="5357336"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 lr_check.py                   learning-rate check</a:t>
            </a:r>
            <a:endParaRPr/>
          </a:p>
        </p:txBody>
      </p:sp>
      <p:sp>
        <p:nvSpPr>
          <p:cNvPr id="416" name="Google Shape;416;p45"/>
          <p:cNvSpPr/>
          <p:nvPr/>
        </p:nvSpPr>
        <p:spPr>
          <a:xfrm>
            <a:off x="6286500" y="5042535"/>
            <a:ext cx="5357336"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 extensions.py                 ensemble / pooled ARX</a:t>
            </a:r>
            <a:endParaRPr/>
          </a:p>
        </p:txBody>
      </p:sp>
      <p:sp>
        <p:nvSpPr>
          <p:cNvPr id="417" name="Google Shape;417;p45"/>
          <p:cNvSpPr/>
          <p:nvPr/>
        </p:nvSpPr>
        <p:spPr>
          <a:xfrm>
            <a:off x="6286500" y="5215890"/>
            <a:ext cx="5357336"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 make_report.py                final figures / tables</a:t>
            </a:r>
            <a:endParaRPr/>
          </a:p>
        </p:txBody>
      </p:sp>
      <p:sp>
        <p:nvSpPr>
          <p:cNvPr id="418" name="Google Shape;418;p45"/>
          <p:cNvSpPr/>
          <p:nvPr/>
        </p:nvSpPr>
        <p:spPr>
          <a:xfrm>
            <a:off x="6286500" y="5389245"/>
            <a:ext cx="5357336"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weights/&lt;model&gt;/&lt;input&gt;/.../*.pt  saved parameters</a:t>
            </a:r>
            <a:endParaRPr/>
          </a:p>
        </p:txBody>
      </p:sp>
      <p:sp>
        <p:nvSpPr>
          <p:cNvPr id="419" name="Google Shape;419;p45"/>
          <p:cNvSpPr/>
          <p:nvPr/>
        </p:nvSpPr>
        <p:spPr>
          <a:xfrm>
            <a:off x="6286500" y="5562600"/>
            <a:ext cx="5357336"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results/</a:t>
            </a:r>
            <a:endParaRPr/>
          </a:p>
        </p:txBody>
      </p:sp>
      <p:sp>
        <p:nvSpPr>
          <p:cNvPr id="420" name="Google Shape;420;p45"/>
          <p:cNvSpPr/>
          <p:nvPr/>
        </p:nvSpPr>
        <p:spPr>
          <a:xfrm>
            <a:off x="6286500" y="5735955"/>
            <a:ext cx="5357336"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 &lt;model&gt;/&lt;input&gt;/.../          metrics / history CSV</a:t>
            </a:r>
            <a:endParaRPr/>
          </a:p>
        </p:txBody>
      </p:sp>
      <p:sp>
        <p:nvSpPr>
          <p:cNvPr id="421" name="Google Shape;421;p45"/>
          <p:cNvSpPr/>
          <p:nvPr/>
        </p:nvSpPr>
        <p:spPr>
          <a:xfrm>
            <a:off x="6286500" y="5909310"/>
            <a:ext cx="5357336"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 model_comparison/             comparison PNG / CSV</a:t>
            </a:r>
            <a:endParaRPr/>
          </a:p>
        </p:txBody>
      </p:sp>
      <p:sp>
        <p:nvSpPr>
          <p:cNvPr id="422" name="Google Shape;422;p45"/>
          <p:cNvSpPr/>
          <p:nvPr/>
        </p:nvSpPr>
        <p:spPr>
          <a:xfrm>
            <a:off x="6286500" y="6082665"/>
            <a:ext cx="5357336"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 report/                       final figures / tables</a:t>
            </a:r>
            <a:endParaRPr/>
          </a:p>
        </p:txBody>
      </p:sp>
      <p:sp>
        <p:nvSpPr>
          <p:cNvPr id="423" name="Google Shape;423;p45"/>
          <p:cNvSpPr/>
          <p:nvPr/>
        </p:nvSpPr>
        <p:spPr>
          <a:xfrm>
            <a:off x="6286500" y="6256020"/>
            <a:ext cx="5357336" cy="1809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25"/>
              <a:buFont typeface="Arial"/>
              <a:buNone/>
            </a:pPr>
            <a:r>
              <a:rPr b="0" i="0" lang="ru-RU" sz="1125" u="none" cap="none" strike="noStrike">
                <a:solidFill>
                  <a:srgbClr val="23334D"/>
                </a:solidFill>
                <a:latin typeface="Courier New"/>
                <a:ea typeface="Courier New"/>
                <a:cs typeface="Courier New"/>
                <a:sym typeface="Courier New"/>
              </a:rPr>
              <a:t>└── tests/test_*.py                   pipeline / model tests</a:t>
            </a:r>
            <a:endParaRPr/>
          </a:p>
        </p:txBody>
      </p:sp>
      <p:sp>
        <p:nvSpPr>
          <p:cNvPr id="424" name="Google Shape;424;p45"/>
          <p:cNvSpPr/>
          <p:nvPr/>
        </p:nvSpPr>
        <p:spPr>
          <a:xfrm>
            <a:off x="585883" y="1924050"/>
            <a:ext cx="544830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ru-RU" sz="1000" u="none" cap="none" strike="noStrike">
                <a:solidFill>
                  <a:srgbClr val="0F2C68"/>
                </a:solidFill>
                <a:latin typeface="Arial"/>
                <a:ea typeface="Arial"/>
                <a:cs typeface="Arial"/>
                <a:sym typeface="Arial"/>
              </a:rPr>
              <a:t>SOURCE PACKAGE</a:t>
            </a:r>
            <a:endParaRPr/>
          </a:p>
        </p:txBody>
      </p:sp>
      <p:sp>
        <p:nvSpPr>
          <p:cNvPr id="425" name="Google Shape;425;p45"/>
          <p:cNvSpPr/>
          <p:nvPr/>
        </p:nvSpPr>
        <p:spPr>
          <a:xfrm>
            <a:off x="6286500" y="1924050"/>
            <a:ext cx="5357336"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ru-RU" sz="1000" u="none" cap="none" strike="noStrike">
                <a:solidFill>
                  <a:srgbClr val="0F2C68"/>
                </a:solidFill>
                <a:latin typeface="Arial"/>
                <a:ea typeface="Arial"/>
                <a:cs typeface="Arial"/>
                <a:sym typeface="Arial"/>
              </a:rPr>
              <a:t>REPOSITORY ROOT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HSE">
      <a:dk1>
        <a:srgbClr val="0F2C68"/>
      </a:dk1>
      <a:lt1>
        <a:srgbClr val="FFFFFF"/>
      </a:lt1>
      <a:dk2>
        <a:srgbClr val="44546A"/>
      </a:dk2>
      <a:lt2>
        <a:srgbClr val="E7E6E6"/>
      </a:lt2>
      <a:accent1>
        <a:srgbClr val="102C69"/>
      </a:accent1>
      <a:accent2>
        <a:srgbClr val="1656A6"/>
      </a:accent2>
      <a:accent3>
        <a:srgbClr val="BFBFBF"/>
      </a:accent3>
      <a:accent4>
        <a:srgbClr val="EB8C3C"/>
      </a:accent4>
      <a:accent5>
        <a:srgbClr val="009B64"/>
      </a:accent5>
      <a:accent6>
        <a:srgbClr val="7D50B9"/>
      </a:accent6>
      <a:hlink>
        <a:srgbClr val="1656A6"/>
      </a:hlink>
      <a:folHlink>
        <a:srgbClr val="A0A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HSE">
      <a:dk1>
        <a:srgbClr val="0F2C68"/>
      </a:dk1>
      <a:lt1>
        <a:srgbClr val="FFFFFF"/>
      </a:lt1>
      <a:dk2>
        <a:srgbClr val="44546A"/>
      </a:dk2>
      <a:lt2>
        <a:srgbClr val="E7E6E6"/>
      </a:lt2>
      <a:accent1>
        <a:srgbClr val="102C69"/>
      </a:accent1>
      <a:accent2>
        <a:srgbClr val="1656A6"/>
      </a:accent2>
      <a:accent3>
        <a:srgbClr val="BFBFBF"/>
      </a:accent3>
      <a:accent4>
        <a:srgbClr val="EB8C3C"/>
      </a:accent4>
      <a:accent5>
        <a:srgbClr val="009B64"/>
      </a:accent5>
      <a:accent6>
        <a:srgbClr val="7D50B9"/>
      </a:accent6>
      <a:hlink>
        <a:srgbClr val="1656A6"/>
      </a:hlink>
      <a:folHlink>
        <a:srgbClr val="A0A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